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9722A-FA85-4591-9325-11E350A8B82A}" v="3" dt="2026-02-20T08:16:32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nea" userId="f040cd607ac8806d" providerId="LiveId" clId="{89890A16-D95C-48D1-8D5A-F39C0C2B1E7F}"/>
    <pc:docChg chg="custSel addSld modSld">
      <pc:chgData name="Luis Guinea" userId="f040cd607ac8806d" providerId="LiveId" clId="{89890A16-D95C-48D1-8D5A-F39C0C2B1E7F}" dt="2026-02-20T08:16:53.859" v="27" actId="14100"/>
      <pc:docMkLst>
        <pc:docMk/>
      </pc:docMkLst>
      <pc:sldChg chg="addSp delSp modSp add mod">
        <pc:chgData name="Luis Guinea" userId="f040cd607ac8806d" providerId="LiveId" clId="{89890A16-D95C-48D1-8D5A-F39C0C2B1E7F}" dt="2026-02-20T08:16:53.859" v="27" actId="14100"/>
        <pc:sldMkLst>
          <pc:docMk/>
          <pc:sldMk cId="1349964298" sldId="258"/>
        </pc:sldMkLst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3" creationId="{F6CF6296-3B80-AE6A-5048-9968A1AA3486}"/>
          </ac:spMkLst>
        </pc:spChg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4" creationId="{27196EDD-7914-7DAB-DF9B-02A7F43E62E8}"/>
          </ac:spMkLst>
        </pc:spChg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5" creationId="{56100BCA-9B1D-7F1C-0124-CBB845E46B0D}"/>
          </ac:spMkLst>
        </pc:spChg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6" creationId="{A6F1C444-0607-573C-0C3C-C922578CC17D}"/>
          </ac:spMkLst>
        </pc:spChg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7" creationId="{1AFA83B1-7966-35B3-467A-0865DFDC3D1C}"/>
          </ac:spMkLst>
        </pc:spChg>
        <pc:spChg chg="del">
          <ac:chgData name="Luis Guinea" userId="f040cd607ac8806d" providerId="LiveId" clId="{89890A16-D95C-48D1-8D5A-F39C0C2B1E7F}" dt="2026-02-20T08:14:57.310" v="4" actId="478"/>
          <ac:spMkLst>
            <pc:docMk/>
            <pc:sldMk cId="1349964298" sldId="258"/>
            <ac:spMk id="28" creationId="{B5DE2CE0-0DD3-352E-95A3-AC985346CF76}"/>
          </ac:spMkLst>
        </pc:spChg>
        <pc:picChg chg="add mod">
          <ac:chgData name="Luis Guinea" userId="f040cd607ac8806d" providerId="LiveId" clId="{89890A16-D95C-48D1-8D5A-F39C0C2B1E7F}" dt="2026-02-20T08:15:19.564" v="12" actId="1076"/>
          <ac:picMkLst>
            <pc:docMk/>
            <pc:sldMk cId="1349964298" sldId="258"/>
            <ac:picMk id="2" creationId="{0FE52ED2-F274-0FEB-0B59-2370B709EC76}"/>
          </ac:picMkLst>
        </pc:picChg>
        <pc:picChg chg="add mod modCrop">
          <ac:chgData name="Luis Guinea" userId="f040cd607ac8806d" providerId="LiveId" clId="{89890A16-D95C-48D1-8D5A-F39C0C2B1E7F}" dt="2026-02-20T08:16:15.430" v="22" actId="14100"/>
          <ac:picMkLst>
            <pc:docMk/>
            <pc:sldMk cId="1349964298" sldId="258"/>
            <ac:picMk id="3" creationId="{E42A9AD9-BC87-8028-757D-3EFD1290235C}"/>
          </ac:picMkLst>
        </pc:picChg>
        <pc:picChg chg="add mod modCrop">
          <ac:chgData name="Luis Guinea" userId="f040cd607ac8806d" providerId="LiveId" clId="{89890A16-D95C-48D1-8D5A-F39C0C2B1E7F}" dt="2026-02-20T08:16:53.859" v="27" actId="14100"/>
          <ac:picMkLst>
            <pc:docMk/>
            <pc:sldMk cId="1349964298" sldId="258"/>
            <ac:picMk id="4" creationId="{48FD93C8-6D04-E57D-9D4D-86D008B7AE09}"/>
          </ac:picMkLst>
        </pc:picChg>
        <pc:picChg chg="mod">
          <ac:chgData name="Luis Guinea" userId="f040cd607ac8806d" providerId="LiveId" clId="{89890A16-D95C-48D1-8D5A-F39C0C2B1E7F}" dt="2026-02-20T08:15:12.370" v="9" actId="14100"/>
          <ac:picMkLst>
            <pc:docMk/>
            <pc:sldMk cId="1349964298" sldId="258"/>
            <ac:picMk id="15" creationId="{373316E8-C44B-636A-2D94-557D67C425D2}"/>
          </ac:picMkLst>
        </pc:picChg>
        <pc:picChg chg="del">
          <ac:chgData name="Luis Guinea" userId="f040cd607ac8806d" providerId="LiveId" clId="{89890A16-D95C-48D1-8D5A-F39C0C2B1E7F}" dt="2026-02-20T08:14:36.485" v="1" actId="478"/>
          <ac:picMkLst>
            <pc:docMk/>
            <pc:sldMk cId="1349964298" sldId="258"/>
            <ac:picMk id="19" creationId="{2542011C-AB17-0211-133B-B86D10AB4A47}"/>
          </ac:picMkLst>
        </pc:picChg>
        <pc:picChg chg="del">
          <ac:chgData name="Luis Guinea" userId="f040cd607ac8806d" providerId="LiveId" clId="{89890A16-D95C-48D1-8D5A-F39C0C2B1E7F}" dt="2026-02-20T08:14:38.890" v="2" actId="478"/>
          <ac:picMkLst>
            <pc:docMk/>
            <pc:sldMk cId="1349964298" sldId="258"/>
            <ac:picMk id="20" creationId="{AB62137B-908E-83FE-FB09-4B46040AC7E7}"/>
          </ac:picMkLst>
        </pc:picChg>
        <pc:picChg chg="del">
          <ac:chgData name="Luis Guinea" userId="f040cd607ac8806d" providerId="LiveId" clId="{89890A16-D95C-48D1-8D5A-F39C0C2B1E7F}" dt="2026-02-20T08:15:02.688" v="6" actId="478"/>
          <ac:picMkLst>
            <pc:docMk/>
            <pc:sldMk cId="1349964298" sldId="258"/>
            <ac:picMk id="21" creationId="{1027734A-29D6-E315-8BA4-02FE2A0B0BE2}"/>
          </ac:picMkLst>
        </pc:picChg>
        <pc:picChg chg="del">
          <ac:chgData name="Luis Guinea" userId="f040cd607ac8806d" providerId="LiveId" clId="{89890A16-D95C-48D1-8D5A-F39C0C2B1E7F}" dt="2026-02-20T08:15:00.054" v="5" actId="478"/>
          <ac:picMkLst>
            <pc:docMk/>
            <pc:sldMk cId="1349964298" sldId="258"/>
            <ac:picMk id="22" creationId="{07791508-CA4A-79E8-4607-850B8DE120C1}"/>
          </ac:picMkLst>
        </pc:picChg>
        <pc:picChg chg="del">
          <ac:chgData name="Luis Guinea" userId="f040cd607ac8806d" providerId="LiveId" clId="{89890A16-D95C-48D1-8D5A-F39C0C2B1E7F}" dt="2026-02-20T08:14:57.310" v="4" actId="478"/>
          <ac:picMkLst>
            <pc:docMk/>
            <pc:sldMk cId="1349964298" sldId="258"/>
            <ac:picMk id="30" creationId="{B4800B9A-ABDF-E4D9-1EE9-8E05E08377F4}"/>
          </ac:picMkLst>
        </pc:picChg>
        <pc:picChg chg="del">
          <ac:chgData name="Luis Guinea" userId="f040cd607ac8806d" providerId="LiveId" clId="{89890A16-D95C-48D1-8D5A-F39C0C2B1E7F}" dt="2026-02-20T08:14:57.310" v="4" actId="478"/>
          <ac:picMkLst>
            <pc:docMk/>
            <pc:sldMk cId="1349964298" sldId="258"/>
            <ac:picMk id="32" creationId="{F8DFE962-9E3A-F1FD-6FD0-5D6A578E0031}"/>
          </ac:picMkLst>
        </pc:picChg>
        <pc:picChg chg="del">
          <ac:chgData name="Luis Guinea" userId="f040cd607ac8806d" providerId="LiveId" clId="{89890A16-D95C-48D1-8D5A-F39C0C2B1E7F}" dt="2026-02-20T08:14:57.310" v="4" actId="478"/>
          <ac:picMkLst>
            <pc:docMk/>
            <pc:sldMk cId="1349964298" sldId="258"/>
            <ac:picMk id="34" creationId="{05F6ED65-8ABE-76AB-29F8-93B766F4634B}"/>
          </ac:picMkLst>
        </pc:picChg>
        <pc:picChg chg="del">
          <ac:chgData name="Luis Guinea" userId="f040cd607ac8806d" providerId="LiveId" clId="{89890A16-D95C-48D1-8D5A-F39C0C2B1E7F}" dt="2026-02-20T08:14:49.823" v="3" actId="478"/>
          <ac:picMkLst>
            <pc:docMk/>
            <pc:sldMk cId="1349964298" sldId="258"/>
            <ac:picMk id="36" creationId="{B4D67155-ABAB-0351-352F-C2033E510E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98D9E-CC00-C9A2-2323-261B89F4B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1AE9B7-6BCA-9E14-E4B4-DBBCFF8A5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89AE62-38AC-5B1E-22B2-97B11621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498320-3101-84A9-CC79-CD2F84D2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480EE-0218-54F3-1605-E008C586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82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DA64F-6CD2-8950-30EE-A98C7906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91F1C-452E-29EB-AB59-7A1A5D32F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270E47-E844-37B8-4346-BA52AABC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4DF436-0870-D7BE-C3E2-45DED99A4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4D7BC0-27B9-65E8-C946-253B18F4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777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24395-D202-1240-5E2C-8B647CB6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3C8F20-BB13-A6A2-E5E0-F043AEDA1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334270-DEF5-08E3-8FCA-40081ECA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2F9F72-D86E-6A57-5B84-1CFDBFDE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CB7CA4-0D68-F60D-0194-F6593F9E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03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60B8A-0F6C-81A8-3F5F-D2DDDEB0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5E4A2-BA8E-245A-B574-1CBEA6E3B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AD54C3-AF20-3A53-0D48-901AFE176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0064F-F583-7C03-EB4B-9C41C6B1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2376BC-3FF1-AD4D-3669-B2C77490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C4C74D-294D-FD72-F12F-D579FAC5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12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B28F3-1F5B-95B0-3083-25C60827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452509-DD17-9CE5-58E4-E040D1509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758C76-FD13-4C2A-F72B-E2D86AB73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FCDCF1-61E4-78FA-F651-8DB77A1CF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F55CE4-206A-09C3-0EEE-85D7A0EF7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BFD09C-5D72-09AA-2F49-2CD70A75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BA4CA6-971B-1DE4-D133-A8518839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E5877C-1BA4-EF82-CEB8-3A425D3F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09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ED219-4B01-BA20-0F32-7A4B0F5B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A6FC04-6FC3-DB28-A93C-B8863486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617188-046A-EBF4-8CF7-E45E831C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3D7FC5-1C55-4A73-AFDF-CD7E3CBE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3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B2461E-BD75-C1DA-5F30-409F1BBD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7B4328-45F4-8A8E-9C46-2546CBD8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76ECCB-3EEE-257B-751B-49868004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975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41278-31AA-E638-52D2-DDD441B7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92FAC-CD08-22DB-3A95-24E253519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FB65BB-D659-EE8D-FCD2-F694D0326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2EB649-1070-DDA6-5374-7E54F1DE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BEF18C-CE0B-A931-6EEF-54B11217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110488-43A7-D199-CB93-30FB7255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6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67FD6-F9EB-CBA7-630A-1ABD6681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ACE526-AC98-34F9-1B99-09A8A0B95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20E431-67A8-3ED5-147F-4B9A64A01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3BB3DC-F583-D73C-4D1C-7FD322F1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DFCB58-7F38-0BC0-8691-82EFB37D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1AB86A-4BC4-41BA-0528-D0635C81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524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62332-A72E-249C-91A8-FD9A9D20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714B9-E6E2-7816-9DA7-A0F53455E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8F8F3-D191-7C8C-A4E1-7934CFCA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6813C-BCD0-0E3A-28F3-7566B286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BF9CC-D4AB-DB1B-DA5D-50F525A6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10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477B31-E1C4-6602-7671-67BDCF354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2E1D52-805A-ACB1-33F1-ED63EA39C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E13BB3-4782-0BD9-334A-66705826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9C581C-824B-0636-B7C3-63E599DE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2A5D-78F0-3582-83D5-B1B4FD17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23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2482B4-F476-6C30-4BE8-116A420A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325486-734E-D13D-0E3F-05849B46F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65864-63A6-EC86-53AE-EB504A301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330FD-ACC8-4F8B-9E7D-A9103019845D}" type="datetimeFigureOut">
              <a:rPr lang="es-ES" smtClean="0"/>
              <a:t>20/02/2026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DC9524-EBE1-C821-A89A-2962DA0EF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CD81D-59A1-5574-9783-4058DA75A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CBE35-DF2F-499B-B7FB-83A3E6B52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59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02C893A-E20C-DA86-7D6E-CC48F0A6C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2" y="410536"/>
            <a:ext cx="5968669" cy="4984955"/>
          </a:xfrm>
          <a:prstGeom prst="rect">
            <a:avLst/>
          </a:prstGeom>
        </p:spPr>
      </p:pic>
      <p:pic>
        <p:nvPicPr>
          <p:cNvPr id="20" name="Imagen 19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D6BDD21D-ABC1-3241-1D64-1A2FB076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3439"/>
            <a:ext cx="5968669" cy="4984955"/>
          </a:xfrm>
          <a:prstGeom prst="rect">
            <a:avLst/>
          </a:prstGeom>
        </p:spPr>
      </p:pic>
      <p:pic>
        <p:nvPicPr>
          <p:cNvPr id="21" name="Imagen 20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8F101468-B4C8-305D-67CF-AB9EDF1B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96" t="75247" r="10543" b="7593"/>
          <a:stretch>
            <a:fillRect/>
          </a:stretch>
        </p:blipFill>
        <p:spPr>
          <a:xfrm>
            <a:off x="6096000" y="5052883"/>
            <a:ext cx="2080169" cy="342608"/>
          </a:xfrm>
          <a:prstGeom prst="rect">
            <a:avLst/>
          </a:prstGeom>
        </p:spPr>
      </p:pic>
      <p:pic>
        <p:nvPicPr>
          <p:cNvPr id="22" name="Imagen 2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F317CBD4-1C9B-D8A5-9545-A8EE9181A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22" r="62841" b="19800"/>
          <a:stretch>
            <a:fillRect/>
          </a:stretch>
        </p:blipFill>
        <p:spPr>
          <a:xfrm>
            <a:off x="6096000" y="2499296"/>
            <a:ext cx="3242397" cy="325510"/>
          </a:xfrm>
          <a:prstGeom prst="rect">
            <a:avLst/>
          </a:prstGeom>
        </p:spPr>
      </p:pic>
      <p:pic>
        <p:nvPicPr>
          <p:cNvPr id="19" name="Imagen 18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507DFB6D-1FF0-9BFF-0CA3-13468DB6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17" t="1291" r="7602" b="60026"/>
          <a:stretch>
            <a:fillRect/>
          </a:stretch>
        </p:blipFill>
        <p:spPr>
          <a:xfrm>
            <a:off x="9207799" y="516173"/>
            <a:ext cx="2651387" cy="2129635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81B6DA7E-F973-E8D6-DCCA-2BBDF7ADFE21}"/>
              </a:ext>
            </a:extLst>
          </p:cNvPr>
          <p:cNvSpPr txBox="1"/>
          <p:nvPr/>
        </p:nvSpPr>
        <p:spPr>
          <a:xfrm>
            <a:off x="6213777" y="3046081"/>
            <a:ext cx="2587293" cy="261610"/>
          </a:xfrm>
          <a:prstGeom prst="rect">
            <a:avLst/>
          </a:prstGeom>
          <a:solidFill>
            <a:srgbClr val="081544"/>
          </a:solidFill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Servicios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7E751B9-E55C-BFF9-92DB-2A49CB765B53}"/>
              </a:ext>
            </a:extLst>
          </p:cNvPr>
          <p:cNvSpPr txBox="1"/>
          <p:nvPr/>
        </p:nvSpPr>
        <p:spPr>
          <a:xfrm>
            <a:off x="9238520" y="2855499"/>
            <a:ext cx="1966452" cy="460090"/>
          </a:xfrm>
          <a:prstGeom prst="rect">
            <a:avLst/>
          </a:prstGeom>
          <a:solidFill>
            <a:srgbClr val="081544"/>
          </a:solidFill>
        </p:spPr>
        <p:txBody>
          <a:bodyPr wrap="square" tIns="180000" bIns="108000" rtlCol="0">
            <a:spAutoFit/>
          </a:bodyPr>
          <a:lstStyle/>
          <a:p>
            <a:r>
              <a:rPr lang="es-ES" sz="11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Actividades</a:t>
            </a:r>
            <a:endParaRPr lang="es-ES" sz="1400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3138F0E-B0EE-8673-1E86-956128EEB9C2}"/>
              </a:ext>
            </a:extLst>
          </p:cNvPr>
          <p:cNvSpPr txBox="1"/>
          <p:nvPr/>
        </p:nvSpPr>
        <p:spPr>
          <a:xfrm>
            <a:off x="9261262" y="3323079"/>
            <a:ext cx="1905019" cy="1883011"/>
          </a:xfrm>
          <a:prstGeom prst="rect">
            <a:avLst/>
          </a:prstGeom>
          <a:solidFill>
            <a:srgbClr val="081544"/>
          </a:solidFill>
        </p:spPr>
        <p:txBody>
          <a:bodyPr wrap="square" tIns="36000" rtlCol="0">
            <a:spAutoFit/>
          </a:bodyPr>
          <a:lstStyle/>
          <a:p>
            <a:r>
              <a:rPr lang="es-E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Campaña tarjeta comercio</a:t>
            </a: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Degustación gastronómica</a:t>
            </a: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Sorteos</a:t>
            </a: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1BB363D-2B3D-2F51-B646-4FAF4F2EB1B2}"/>
              </a:ext>
            </a:extLst>
          </p:cNvPr>
          <p:cNvSpPr txBox="1"/>
          <p:nvPr/>
        </p:nvSpPr>
        <p:spPr>
          <a:xfrm>
            <a:off x="6132660" y="3340177"/>
            <a:ext cx="1905020" cy="1844539"/>
          </a:xfrm>
          <a:prstGeom prst="rect">
            <a:avLst/>
          </a:prstGeom>
          <a:solidFill>
            <a:srgbClr val="081544"/>
          </a:solidFill>
        </p:spPr>
        <p:txBody>
          <a:bodyPr wrap="square" lIns="396000" tIns="36000" rtlCol="0">
            <a:spAutoFit/>
          </a:bodyPr>
          <a:lstStyle/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Tramitaciones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- 99999</a:t>
            </a:r>
          </a:p>
          <a:p>
            <a:pPr marL="171450" indent="-171450">
              <a:buFontTx/>
              <a:buChar char="-"/>
            </a:pPr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Riesgos Laborales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- 9999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Presencia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- 8888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Tienda Online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- 99000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AA74451-AA6E-5877-B47D-0AA2FDA91701}"/>
              </a:ext>
            </a:extLst>
          </p:cNvPr>
          <p:cNvSpPr txBox="1"/>
          <p:nvPr/>
        </p:nvSpPr>
        <p:spPr>
          <a:xfrm>
            <a:off x="7548697" y="3383079"/>
            <a:ext cx="1620017" cy="1844539"/>
          </a:xfrm>
          <a:prstGeom prst="rect">
            <a:avLst/>
          </a:prstGeom>
          <a:solidFill>
            <a:srgbClr val="081544"/>
          </a:solidFill>
        </p:spPr>
        <p:txBody>
          <a:bodyPr wrap="square" lIns="396000" tIns="36000" rtlCol="0">
            <a:spAutoFit/>
          </a:bodyPr>
          <a:lstStyle/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Tramitaciones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- 99999</a:t>
            </a:r>
          </a:p>
          <a:p>
            <a:pPr marL="171450" indent="-171450">
              <a:buFontTx/>
              <a:buChar char="-"/>
            </a:pPr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Riesgos Laborales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- 9999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Presencia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- 8888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Tienda Online</a:t>
            </a:r>
          </a:p>
          <a:p>
            <a:r>
              <a:rPr lang="es-ES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- 99000</a:t>
            </a:r>
          </a:p>
          <a:p>
            <a:endParaRPr lang="es-ES" sz="1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213033A-9875-D764-3181-F8BD9A0549EB}"/>
              </a:ext>
            </a:extLst>
          </p:cNvPr>
          <p:cNvSpPr/>
          <p:nvPr/>
        </p:nvSpPr>
        <p:spPr>
          <a:xfrm>
            <a:off x="6213777" y="2826331"/>
            <a:ext cx="5757843" cy="2282997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0" name="Imagen 29" descr="Imagen que contiene tarjeta de presentación&#10;&#10;El contenido generado por IA puede ser incorrecto.">
            <a:extLst>
              <a:ext uri="{FF2B5EF4-FFF2-40B4-BE49-F238E27FC236}">
                <a16:creationId xmlns:a16="http://schemas.microsoft.com/office/drawing/2014/main" id="{3A4BC59A-5169-994B-BCED-3FE499C78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307" y="3184580"/>
            <a:ext cx="706115" cy="442292"/>
          </a:xfrm>
          <a:prstGeom prst="rect">
            <a:avLst/>
          </a:prstGeom>
        </p:spPr>
      </p:pic>
      <p:pic>
        <p:nvPicPr>
          <p:cNvPr id="32" name="Imagen 31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716BC57C-7315-189F-1FF2-686417B03D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20"/>
          <a:stretch>
            <a:fillRect/>
          </a:stretch>
        </p:blipFill>
        <p:spPr>
          <a:xfrm>
            <a:off x="10936307" y="3762910"/>
            <a:ext cx="898058" cy="425088"/>
          </a:xfrm>
          <a:prstGeom prst="rect">
            <a:avLst/>
          </a:prstGeom>
        </p:spPr>
      </p:pic>
      <p:pic>
        <p:nvPicPr>
          <p:cNvPr id="34" name="Imagen 33" descr="Imagen que contiene circuito&#10;&#10;El contenido generado por IA puede ser incorrecto.">
            <a:extLst>
              <a:ext uri="{FF2B5EF4-FFF2-40B4-BE49-F238E27FC236}">
                <a16:creationId xmlns:a16="http://schemas.microsoft.com/office/drawing/2014/main" id="{697D75AD-0FEA-A2D5-5B96-D1B349445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933" y="4324045"/>
            <a:ext cx="912057" cy="425088"/>
          </a:xfrm>
          <a:prstGeom prst="rect">
            <a:avLst/>
          </a:prstGeom>
        </p:spPr>
      </p:pic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CB5C6D5E-DDD9-F470-0CAE-67B0181AC382}"/>
              </a:ext>
            </a:extLst>
          </p:cNvPr>
          <p:cNvSpPr/>
          <p:nvPr/>
        </p:nvSpPr>
        <p:spPr>
          <a:xfrm>
            <a:off x="5552332" y="3516062"/>
            <a:ext cx="699097" cy="3426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B27A32E3-40F2-1B7F-F4F9-20C388645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749" y="929423"/>
            <a:ext cx="5968501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8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7941-79D4-DDC0-23E8-3F14DC38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373316E8-C44B-636A-2D94-557D67C42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2" y="410536"/>
            <a:ext cx="5106831" cy="4265159"/>
          </a:xfrm>
          <a:prstGeom prst="rect">
            <a:avLst/>
          </a:prstGeom>
        </p:spPr>
      </p:pic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FEDBE0F7-E712-5C3D-FDE5-5EFA9770E364}"/>
              </a:ext>
            </a:extLst>
          </p:cNvPr>
          <p:cNvSpPr/>
          <p:nvPr/>
        </p:nvSpPr>
        <p:spPr>
          <a:xfrm>
            <a:off x="5552332" y="3516062"/>
            <a:ext cx="699097" cy="3426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" name="Imagen 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0FE52ED2-F274-0FEB-0B59-2370B709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450" y="410536"/>
            <a:ext cx="5106832" cy="4265160"/>
          </a:xfrm>
          <a:prstGeom prst="rect">
            <a:avLst/>
          </a:prstGeom>
        </p:spPr>
      </p:pic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E42A9AD9-BC87-8028-757D-3EFD1290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8" t="74593" r="48368" b="635"/>
          <a:stretch>
            <a:fillRect/>
          </a:stretch>
        </p:blipFill>
        <p:spPr>
          <a:xfrm>
            <a:off x="9162854" y="2578066"/>
            <a:ext cx="2312191" cy="952506"/>
          </a:xfrm>
          <a:prstGeom prst="rect">
            <a:avLst/>
          </a:prstGeom>
        </p:spPr>
      </p:pic>
      <p:pic>
        <p:nvPicPr>
          <p:cNvPr id="4" name="Imagen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8FD93C8-6D04-E57D-9D4D-86D008B7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09" t="73172"/>
          <a:stretch>
            <a:fillRect/>
          </a:stretch>
        </p:blipFill>
        <p:spPr>
          <a:xfrm>
            <a:off x="6596490" y="3531444"/>
            <a:ext cx="2379343" cy="11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6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9DFD-D093-6ECA-AB61-2E788E9B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B3CA106F-C366-681A-B1B0-6BF26E76B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23" y="768754"/>
            <a:ext cx="5343859" cy="4463122"/>
          </a:xfrm>
          <a:prstGeom prst="rect">
            <a:avLst/>
          </a:prstGeom>
        </p:spPr>
      </p:pic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022AF638-D614-B5BD-B823-C9DA9F56CD47}"/>
              </a:ext>
            </a:extLst>
          </p:cNvPr>
          <p:cNvSpPr/>
          <p:nvPr/>
        </p:nvSpPr>
        <p:spPr>
          <a:xfrm>
            <a:off x="5790023" y="2822592"/>
            <a:ext cx="699097" cy="3426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89767431-DA09-4691-7C24-8C98E6E1C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54" y="755917"/>
            <a:ext cx="5343859" cy="44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64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36</Words>
  <Application>Microsoft Office PowerPoint</Application>
  <PresentationFormat>Panorámica</PresentationFormat>
  <Paragraphs>35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Black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Guinea</dc:creator>
  <cp:lastModifiedBy>Luis Guinea</cp:lastModifiedBy>
  <cp:revision>1</cp:revision>
  <dcterms:created xsi:type="dcterms:W3CDTF">2026-02-20T06:28:56Z</dcterms:created>
  <dcterms:modified xsi:type="dcterms:W3CDTF">2026-02-20T08:17:00Z</dcterms:modified>
</cp:coreProperties>
</file>