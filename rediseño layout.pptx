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15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6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698D9E-CC00-C9A2-2323-261B89F4B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61AE9B7-6BCA-9E14-E4B4-DBBCFF8A50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989AE62-38AC-5B1E-22B2-97B116219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E498320-3101-84A9-CC79-CD2F84D2B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D480EE-0218-54F3-1605-E008C586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822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6DA64F-6CD2-8950-30EE-A98C79068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C791F1C-452E-29EB-AB59-7A1A5D32F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270E47-E844-37B8-4346-BA52AABC8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B4DF436-0870-D7BE-C3E2-45DED99A4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4D7BC0-27B9-65E8-C946-253B18F47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57770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C24395-D202-1240-5E2C-8B647CB66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53C8F20-BB13-A6A2-E5E0-F043AEDA1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334270-DEF5-08E3-8FCA-40081ECAC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2F9F72-D86E-6A57-5B84-1CFDBFDEC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CB7CA4-0D68-F60D-0194-F6593F9E9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7034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660B8A-0F6C-81A8-3F5F-D2DDDEB01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C5E4A2-BA8E-245A-B574-1CBEA6E3B5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6AD54C3-AF20-3A53-0D48-901AFE176F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3F0064F-F583-7C03-EB4B-9C41C6B18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02376BC-3FF1-AD4D-3669-B2C77490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CC4C74D-294D-FD72-F12F-D579FAC5C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8125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4B28F3-1F5B-95B0-3083-25C608276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452509-DD17-9CE5-58E4-E040D1509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758C76-FD13-4C2A-F72B-E2D86AB732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4FCDCF1-61E4-78FA-F651-8DB77A1CF7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0F55CE4-206A-09C3-0EEE-85D7A0EF75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1BFD09C-5D72-09AA-2F49-2CD70A758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CBA4CA6-971B-1DE4-D133-A8518839F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7E5877C-1BA4-EF82-CEB8-3A425D3F8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0092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3ED219-4B01-BA20-0F32-7A4B0F5B6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8A6FC04-6FC3-DB28-A93C-B8863486D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C617188-046A-EBF4-8CF7-E45E831C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83D7FC5-1C55-4A73-AFDF-CD7E3CBED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73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1B2461E-BD75-C1DA-5F30-409F1BBD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A7B4328-45F4-8A8E-9C46-2546CBD8E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476ECCB-3EEE-257B-751B-498680045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9757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E41278-31AA-E638-52D2-DDD441B7B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692FAC-CD08-22DB-3A95-24E253519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FB65BB-D659-EE8D-FCD2-F694D0326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22EB649-1070-DDA6-5374-7E54F1DE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2BEF18C-CE0B-A931-6EEF-54B11217A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8110488-43A7-D199-CB93-30FB7255F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866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467FD6-F9EB-CBA7-630A-1ABD6681B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9ACE526-AC98-34F9-1B99-09A8A0B95A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620E431-67A8-3ED5-147F-4B9A64A01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D3BB3DC-F583-D73C-4D1C-7FD322F1C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DDFCB58-7F38-0BC0-8691-82EFB37D8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A1AB86A-4BC4-41BA-0528-D0635C811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5240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262332-A72E-249C-91A8-FD9A9D20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21714B9-E6E2-7816-9DA7-A0F53455E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858F8F3-D191-7C8C-A4E1-7934CFCAA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76813C-BCD0-0E3A-28F3-7566B286E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BF9CC-D4AB-DB1B-DA5D-50F525A63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9106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B477B31-E1C4-6602-7671-67BDCF354A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02E1D52-805A-ACB1-33F1-ED63EA39CC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BE13BB3-4782-0BD9-334A-66705826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9C581C-824B-0636-B7C3-63E599DE8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372A5D-78F0-3582-83D5-B1B4FD175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31233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62482B4-F476-6C30-4BE8-116A420AE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325486-734E-D13D-0E3F-05849B46FE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B65864-63A6-EC86-53AE-EB504A301B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0330FD-ACC8-4F8B-9E7D-A9103019845D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FDC9524-EBE1-C821-A89A-2962DA0EF0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5CD81D-59A1-5574-9783-4058DA75AD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36591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402C893A-E20C-DA86-7D6E-CC48F0A6C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2" y="410536"/>
            <a:ext cx="5968669" cy="4984955"/>
          </a:xfrm>
          <a:prstGeom prst="rect">
            <a:avLst/>
          </a:prstGeom>
        </p:spPr>
      </p:pic>
      <p:pic>
        <p:nvPicPr>
          <p:cNvPr id="20" name="Imagen 19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D6BDD21D-ABC1-3241-1D64-1A2FB076D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93439"/>
            <a:ext cx="5968669" cy="4984955"/>
          </a:xfrm>
          <a:prstGeom prst="rect">
            <a:avLst/>
          </a:prstGeom>
        </p:spPr>
      </p:pic>
      <p:pic>
        <p:nvPicPr>
          <p:cNvPr id="21" name="Imagen 20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8F101468-B4C8-305D-67CF-AB9EDF1B98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596" t="75247" r="10543" b="7593"/>
          <a:stretch>
            <a:fillRect/>
          </a:stretch>
        </p:blipFill>
        <p:spPr>
          <a:xfrm>
            <a:off x="6096000" y="5052883"/>
            <a:ext cx="2080169" cy="342608"/>
          </a:xfrm>
          <a:prstGeom prst="rect">
            <a:avLst/>
          </a:prstGeom>
        </p:spPr>
      </p:pic>
      <p:pic>
        <p:nvPicPr>
          <p:cNvPr id="22" name="Imagen 21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F317CBD4-1C9B-D8A5-9545-A8EE9181A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022" r="62841" b="19800"/>
          <a:stretch>
            <a:fillRect/>
          </a:stretch>
        </p:blipFill>
        <p:spPr>
          <a:xfrm>
            <a:off x="6096000" y="2499296"/>
            <a:ext cx="3242397" cy="325510"/>
          </a:xfrm>
          <a:prstGeom prst="rect">
            <a:avLst/>
          </a:prstGeom>
        </p:spPr>
      </p:pic>
      <p:pic>
        <p:nvPicPr>
          <p:cNvPr id="19" name="Imagen 18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507DFB6D-1FF0-9BFF-0CA3-13468DB628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917" t="1291" r="7602" b="60026"/>
          <a:stretch>
            <a:fillRect/>
          </a:stretch>
        </p:blipFill>
        <p:spPr>
          <a:xfrm>
            <a:off x="9207799" y="516173"/>
            <a:ext cx="2651387" cy="2129635"/>
          </a:xfrm>
          <a:prstGeom prst="rect">
            <a:avLst/>
          </a:prstGeom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81B6DA7E-F973-E8D6-DCCA-2BBDF7ADFE21}"/>
              </a:ext>
            </a:extLst>
          </p:cNvPr>
          <p:cNvSpPr txBox="1"/>
          <p:nvPr/>
        </p:nvSpPr>
        <p:spPr>
          <a:xfrm>
            <a:off x="6213777" y="3046081"/>
            <a:ext cx="2587293" cy="261610"/>
          </a:xfrm>
          <a:prstGeom prst="rect">
            <a:avLst/>
          </a:prstGeom>
          <a:solidFill>
            <a:srgbClr val="081544"/>
          </a:solidFill>
        </p:spPr>
        <p:txBody>
          <a:bodyPr wrap="square" rtlCol="0">
            <a:spAutoFit/>
          </a:bodyPr>
          <a:lstStyle/>
          <a:p>
            <a:r>
              <a:rPr lang="es-ES" sz="1100" b="1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Servicios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67E751B9-E55C-BFF9-92DB-2A49CB765B53}"/>
              </a:ext>
            </a:extLst>
          </p:cNvPr>
          <p:cNvSpPr txBox="1"/>
          <p:nvPr/>
        </p:nvSpPr>
        <p:spPr>
          <a:xfrm>
            <a:off x="9238520" y="2855499"/>
            <a:ext cx="1966452" cy="460090"/>
          </a:xfrm>
          <a:prstGeom prst="rect">
            <a:avLst/>
          </a:prstGeom>
          <a:solidFill>
            <a:srgbClr val="081544"/>
          </a:solidFill>
        </p:spPr>
        <p:txBody>
          <a:bodyPr wrap="square" tIns="180000" bIns="108000" rtlCol="0">
            <a:spAutoFit/>
          </a:bodyPr>
          <a:lstStyle/>
          <a:p>
            <a:r>
              <a:rPr lang="es-ES" sz="1100" b="1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Actividades</a:t>
            </a:r>
            <a:endParaRPr lang="es-ES" sz="1400" b="1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53138F0E-B0EE-8673-1E86-956128EEB9C2}"/>
              </a:ext>
            </a:extLst>
          </p:cNvPr>
          <p:cNvSpPr txBox="1"/>
          <p:nvPr/>
        </p:nvSpPr>
        <p:spPr>
          <a:xfrm>
            <a:off x="9261262" y="3323079"/>
            <a:ext cx="1905019" cy="1883011"/>
          </a:xfrm>
          <a:prstGeom prst="rect">
            <a:avLst/>
          </a:prstGeom>
          <a:solidFill>
            <a:srgbClr val="081544"/>
          </a:solidFill>
        </p:spPr>
        <p:txBody>
          <a:bodyPr wrap="square" tIns="36000" rtlCol="0">
            <a:spAutoFit/>
          </a:bodyPr>
          <a:lstStyle/>
          <a:p>
            <a:r>
              <a:rPr lang="es-ES" sz="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Campaña tarjeta comercio</a:t>
            </a: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Degustación gastronómica</a:t>
            </a: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Sorteos</a:t>
            </a: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91BB363D-2B3D-2F51-B646-4FAF4F2EB1B2}"/>
              </a:ext>
            </a:extLst>
          </p:cNvPr>
          <p:cNvSpPr txBox="1"/>
          <p:nvPr/>
        </p:nvSpPr>
        <p:spPr>
          <a:xfrm>
            <a:off x="6132660" y="3340177"/>
            <a:ext cx="1905020" cy="1844539"/>
          </a:xfrm>
          <a:prstGeom prst="rect">
            <a:avLst/>
          </a:prstGeom>
          <a:solidFill>
            <a:srgbClr val="081544"/>
          </a:solidFill>
        </p:spPr>
        <p:txBody>
          <a:bodyPr wrap="square" lIns="396000" tIns="36000" rtlCol="0">
            <a:spAutoFit/>
          </a:bodyPr>
          <a:lstStyle/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Tramitaciones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- 99999</a:t>
            </a:r>
          </a:p>
          <a:p>
            <a:pPr marL="171450" indent="-171450">
              <a:buFontTx/>
              <a:buChar char="-"/>
            </a:pPr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Riesgos Laborales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Presencia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- 8888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Tienda Online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- 99000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5AA74451-AA6E-5877-B47D-0AA2FDA91701}"/>
              </a:ext>
            </a:extLst>
          </p:cNvPr>
          <p:cNvSpPr txBox="1"/>
          <p:nvPr/>
        </p:nvSpPr>
        <p:spPr>
          <a:xfrm>
            <a:off x="7548697" y="3383079"/>
            <a:ext cx="1620017" cy="1844539"/>
          </a:xfrm>
          <a:prstGeom prst="rect">
            <a:avLst/>
          </a:prstGeom>
          <a:solidFill>
            <a:srgbClr val="081544"/>
          </a:solidFill>
        </p:spPr>
        <p:txBody>
          <a:bodyPr wrap="square" lIns="396000" tIns="36000" rtlCol="0">
            <a:spAutoFit/>
          </a:bodyPr>
          <a:lstStyle/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Tramitaciones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- 99999</a:t>
            </a:r>
          </a:p>
          <a:p>
            <a:pPr marL="171450" indent="-171450">
              <a:buFontTx/>
              <a:buChar char="-"/>
            </a:pPr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Riesgos Laborales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Presencia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- 8888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Tienda Online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- 99000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D213033A-9875-D764-3181-F8BD9A0549EB}"/>
              </a:ext>
            </a:extLst>
          </p:cNvPr>
          <p:cNvSpPr/>
          <p:nvPr/>
        </p:nvSpPr>
        <p:spPr>
          <a:xfrm>
            <a:off x="6213777" y="2826331"/>
            <a:ext cx="5757843" cy="2282997"/>
          </a:xfrm>
          <a:prstGeom prst="round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0" name="Imagen 29" descr="Imagen que contiene tarjeta de presentación&#10;&#10;El contenido generado por IA puede ser incorrecto.">
            <a:extLst>
              <a:ext uri="{FF2B5EF4-FFF2-40B4-BE49-F238E27FC236}">
                <a16:creationId xmlns:a16="http://schemas.microsoft.com/office/drawing/2014/main" id="{3A4BC59A-5169-994B-BCED-3FE499C78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07" y="3184580"/>
            <a:ext cx="706115" cy="442292"/>
          </a:xfrm>
          <a:prstGeom prst="rect">
            <a:avLst/>
          </a:prstGeom>
        </p:spPr>
      </p:pic>
      <p:pic>
        <p:nvPicPr>
          <p:cNvPr id="32" name="Imagen 31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716BC57C-7315-189F-1FF2-686417B03D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020"/>
          <a:stretch>
            <a:fillRect/>
          </a:stretch>
        </p:blipFill>
        <p:spPr>
          <a:xfrm>
            <a:off x="10936307" y="3762910"/>
            <a:ext cx="898058" cy="425088"/>
          </a:xfrm>
          <a:prstGeom prst="rect">
            <a:avLst/>
          </a:prstGeom>
        </p:spPr>
      </p:pic>
      <p:pic>
        <p:nvPicPr>
          <p:cNvPr id="34" name="Imagen 33" descr="Imagen que contiene circuito&#10;&#10;El contenido generado por IA puede ser incorrecto.">
            <a:extLst>
              <a:ext uri="{FF2B5EF4-FFF2-40B4-BE49-F238E27FC236}">
                <a16:creationId xmlns:a16="http://schemas.microsoft.com/office/drawing/2014/main" id="{697D75AD-0FEA-A2D5-5B96-D1B3494454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5933" y="4324045"/>
            <a:ext cx="912057" cy="425088"/>
          </a:xfrm>
          <a:prstGeom prst="rect">
            <a:avLst/>
          </a:prstGeom>
        </p:spPr>
      </p:pic>
      <p:sp>
        <p:nvSpPr>
          <p:cNvPr id="35" name="Flecha: a la derecha 34">
            <a:extLst>
              <a:ext uri="{FF2B5EF4-FFF2-40B4-BE49-F238E27FC236}">
                <a16:creationId xmlns:a16="http://schemas.microsoft.com/office/drawing/2014/main" id="{CB5C6D5E-DDD9-F470-0CAE-67B0181AC382}"/>
              </a:ext>
            </a:extLst>
          </p:cNvPr>
          <p:cNvSpPr/>
          <p:nvPr/>
        </p:nvSpPr>
        <p:spPr>
          <a:xfrm>
            <a:off x="5552332" y="3516062"/>
            <a:ext cx="699097" cy="34260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B27A32E3-40F2-1B7F-F4F9-20C388645B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749" y="929423"/>
            <a:ext cx="5968501" cy="4999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88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C9DFD-D093-6ECA-AB61-2E788E9BA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B3CA106F-C366-681A-B1B0-6BF26E76B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23" y="768754"/>
            <a:ext cx="5343859" cy="4463122"/>
          </a:xfrm>
          <a:prstGeom prst="rect">
            <a:avLst/>
          </a:prstGeom>
        </p:spPr>
      </p:pic>
      <p:sp>
        <p:nvSpPr>
          <p:cNvPr id="35" name="Flecha: a la derecha 34">
            <a:extLst>
              <a:ext uri="{FF2B5EF4-FFF2-40B4-BE49-F238E27FC236}">
                <a16:creationId xmlns:a16="http://schemas.microsoft.com/office/drawing/2014/main" id="{022AF638-D614-B5BD-B823-C9DA9F56CD47}"/>
              </a:ext>
            </a:extLst>
          </p:cNvPr>
          <p:cNvSpPr/>
          <p:nvPr/>
        </p:nvSpPr>
        <p:spPr>
          <a:xfrm>
            <a:off x="5790023" y="2822592"/>
            <a:ext cx="699097" cy="34260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89767431-DA09-4691-7C24-8C98E6E1C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7554" y="755917"/>
            <a:ext cx="5343859" cy="447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26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36</Words>
  <Application>Microsoft Office PowerPoint</Application>
  <PresentationFormat>Panorámica</PresentationFormat>
  <Paragraphs>35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Arial Black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Guinea</dc:creator>
  <cp:lastModifiedBy>Luis Guinea</cp:lastModifiedBy>
  <cp:revision>1</cp:revision>
  <dcterms:created xsi:type="dcterms:W3CDTF">2026-02-20T06:28:56Z</dcterms:created>
  <dcterms:modified xsi:type="dcterms:W3CDTF">2026-02-20T07:20:53Z</dcterms:modified>
</cp:coreProperties>
</file>