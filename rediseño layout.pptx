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15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799722A-FA85-4591-9325-11E350A8B82A}" v="37" dt="2026-02-21T07:23:13.8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6" autoAdjust="0"/>
    <p:restoredTop sz="94660"/>
  </p:normalViewPr>
  <p:slideViewPr>
    <p:cSldViewPr snapToGrid="0">
      <p:cViewPr>
        <p:scale>
          <a:sx n="106" d="100"/>
          <a:sy n="106" d="100"/>
        </p:scale>
        <p:origin x="6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is Guinea" userId="f040cd607ac8806d" providerId="LiveId" clId="{89890A16-D95C-48D1-8D5A-F39C0C2B1E7F}"/>
    <pc:docChg chg="custSel addSld modSld">
      <pc:chgData name="Luis Guinea" userId="f040cd607ac8806d" providerId="LiveId" clId="{89890A16-D95C-48D1-8D5A-F39C0C2B1E7F}" dt="2026-02-21T10:52:39.934" v="745" actId="1076"/>
      <pc:docMkLst>
        <pc:docMk/>
      </pc:docMkLst>
      <pc:sldChg chg="modSp mod">
        <pc:chgData name="Luis Guinea" userId="f040cd607ac8806d" providerId="LiveId" clId="{89890A16-D95C-48D1-8D5A-F39C0C2B1E7F}" dt="2026-02-21T10:52:39.934" v="745" actId="1076"/>
        <pc:sldMkLst>
          <pc:docMk/>
          <pc:sldMk cId="369988677" sldId="256"/>
        </pc:sldMkLst>
        <pc:picChg chg="mod">
          <ac:chgData name="Luis Guinea" userId="f040cd607ac8806d" providerId="LiveId" clId="{89890A16-D95C-48D1-8D5A-F39C0C2B1E7F}" dt="2026-02-21T10:52:39.934" v="745" actId="1076"/>
          <ac:picMkLst>
            <pc:docMk/>
            <pc:sldMk cId="369988677" sldId="256"/>
            <ac:picMk id="36" creationId="{B27A32E3-40F2-1B7F-F4F9-20C388645BD5}"/>
          </ac:picMkLst>
        </pc:picChg>
      </pc:sldChg>
      <pc:sldChg chg="addSp delSp modSp add mod">
        <pc:chgData name="Luis Guinea" userId="f040cd607ac8806d" providerId="LiveId" clId="{89890A16-D95C-48D1-8D5A-F39C0C2B1E7F}" dt="2026-02-20T08:16:53.859" v="27" actId="14100"/>
        <pc:sldMkLst>
          <pc:docMk/>
          <pc:sldMk cId="1349964298" sldId="258"/>
        </pc:sldMkLst>
        <pc:spChg chg="del">
          <ac:chgData name="Luis Guinea" userId="f040cd607ac8806d" providerId="LiveId" clId="{89890A16-D95C-48D1-8D5A-F39C0C2B1E7F}" dt="2026-02-20T08:14:57.310" v="4" actId="478"/>
          <ac:spMkLst>
            <pc:docMk/>
            <pc:sldMk cId="1349964298" sldId="258"/>
            <ac:spMk id="23" creationId="{F6CF6296-3B80-AE6A-5048-9968A1AA3486}"/>
          </ac:spMkLst>
        </pc:spChg>
        <pc:spChg chg="del">
          <ac:chgData name="Luis Guinea" userId="f040cd607ac8806d" providerId="LiveId" clId="{89890A16-D95C-48D1-8D5A-F39C0C2B1E7F}" dt="2026-02-20T08:14:57.310" v="4" actId="478"/>
          <ac:spMkLst>
            <pc:docMk/>
            <pc:sldMk cId="1349964298" sldId="258"/>
            <ac:spMk id="24" creationId="{27196EDD-7914-7DAB-DF9B-02A7F43E62E8}"/>
          </ac:spMkLst>
        </pc:spChg>
        <pc:spChg chg="del">
          <ac:chgData name="Luis Guinea" userId="f040cd607ac8806d" providerId="LiveId" clId="{89890A16-D95C-48D1-8D5A-F39C0C2B1E7F}" dt="2026-02-20T08:14:57.310" v="4" actId="478"/>
          <ac:spMkLst>
            <pc:docMk/>
            <pc:sldMk cId="1349964298" sldId="258"/>
            <ac:spMk id="25" creationId="{56100BCA-9B1D-7F1C-0124-CBB845E46B0D}"/>
          </ac:spMkLst>
        </pc:spChg>
        <pc:spChg chg="del">
          <ac:chgData name="Luis Guinea" userId="f040cd607ac8806d" providerId="LiveId" clId="{89890A16-D95C-48D1-8D5A-F39C0C2B1E7F}" dt="2026-02-20T08:14:57.310" v="4" actId="478"/>
          <ac:spMkLst>
            <pc:docMk/>
            <pc:sldMk cId="1349964298" sldId="258"/>
            <ac:spMk id="26" creationId="{A6F1C444-0607-573C-0C3C-C922578CC17D}"/>
          </ac:spMkLst>
        </pc:spChg>
        <pc:spChg chg="del">
          <ac:chgData name="Luis Guinea" userId="f040cd607ac8806d" providerId="LiveId" clId="{89890A16-D95C-48D1-8D5A-F39C0C2B1E7F}" dt="2026-02-20T08:14:57.310" v="4" actId="478"/>
          <ac:spMkLst>
            <pc:docMk/>
            <pc:sldMk cId="1349964298" sldId="258"/>
            <ac:spMk id="27" creationId="{1AFA83B1-7966-35B3-467A-0865DFDC3D1C}"/>
          </ac:spMkLst>
        </pc:spChg>
        <pc:spChg chg="del">
          <ac:chgData name="Luis Guinea" userId="f040cd607ac8806d" providerId="LiveId" clId="{89890A16-D95C-48D1-8D5A-F39C0C2B1E7F}" dt="2026-02-20T08:14:57.310" v="4" actId="478"/>
          <ac:spMkLst>
            <pc:docMk/>
            <pc:sldMk cId="1349964298" sldId="258"/>
            <ac:spMk id="28" creationId="{B5DE2CE0-0DD3-352E-95A3-AC985346CF76}"/>
          </ac:spMkLst>
        </pc:spChg>
        <pc:picChg chg="add mod">
          <ac:chgData name="Luis Guinea" userId="f040cd607ac8806d" providerId="LiveId" clId="{89890A16-D95C-48D1-8D5A-F39C0C2B1E7F}" dt="2026-02-20T08:15:19.564" v="12" actId="1076"/>
          <ac:picMkLst>
            <pc:docMk/>
            <pc:sldMk cId="1349964298" sldId="258"/>
            <ac:picMk id="2" creationId="{0FE52ED2-F274-0FEB-0B59-2370B709EC76}"/>
          </ac:picMkLst>
        </pc:picChg>
        <pc:picChg chg="add mod modCrop">
          <ac:chgData name="Luis Guinea" userId="f040cd607ac8806d" providerId="LiveId" clId="{89890A16-D95C-48D1-8D5A-F39C0C2B1E7F}" dt="2026-02-20T08:16:15.430" v="22" actId="14100"/>
          <ac:picMkLst>
            <pc:docMk/>
            <pc:sldMk cId="1349964298" sldId="258"/>
            <ac:picMk id="3" creationId="{E42A9AD9-BC87-8028-757D-3EFD1290235C}"/>
          </ac:picMkLst>
        </pc:picChg>
        <pc:picChg chg="add mod modCrop">
          <ac:chgData name="Luis Guinea" userId="f040cd607ac8806d" providerId="LiveId" clId="{89890A16-D95C-48D1-8D5A-F39C0C2B1E7F}" dt="2026-02-20T08:16:53.859" v="27" actId="14100"/>
          <ac:picMkLst>
            <pc:docMk/>
            <pc:sldMk cId="1349964298" sldId="258"/>
            <ac:picMk id="4" creationId="{48FD93C8-6D04-E57D-9D4D-86D008B7AE09}"/>
          </ac:picMkLst>
        </pc:picChg>
        <pc:picChg chg="mod">
          <ac:chgData name="Luis Guinea" userId="f040cd607ac8806d" providerId="LiveId" clId="{89890A16-D95C-48D1-8D5A-F39C0C2B1E7F}" dt="2026-02-20T08:15:12.370" v="9" actId="14100"/>
          <ac:picMkLst>
            <pc:docMk/>
            <pc:sldMk cId="1349964298" sldId="258"/>
            <ac:picMk id="15" creationId="{373316E8-C44B-636A-2D94-557D67C425D2}"/>
          </ac:picMkLst>
        </pc:picChg>
        <pc:picChg chg="del">
          <ac:chgData name="Luis Guinea" userId="f040cd607ac8806d" providerId="LiveId" clId="{89890A16-D95C-48D1-8D5A-F39C0C2B1E7F}" dt="2026-02-20T08:14:36.485" v="1" actId="478"/>
          <ac:picMkLst>
            <pc:docMk/>
            <pc:sldMk cId="1349964298" sldId="258"/>
            <ac:picMk id="19" creationId="{2542011C-AB17-0211-133B-B86D10AB4A47}"/>
          </ac:picMkLst>
        </pc:picChg>
        <pc:picChg chg="del">
          <ac:chgData name="Luis Guinea" userId="f040cd607ac8806d" providerId="LiveId" clId="{89890A16-D95C-48D1-8D5A-F39C0C2B1E7F}" dt="2026-02-20T08:14:38.890" v="2" actId="478"/>
          <ac:picMkLst>
            <pc:docMk/>
            <pc:sldMk cId="1349964298" sldId="258"/>
            <ac:picMk id="20" creationId="{AB62137B-908E-83FE-FB09-4B46040AC7E7}"/>
          </ac:picMkLst>
        </pc:picChg>
        <pc:picChg chg="del">
          <ac:chgData name="Luis Guinea" userId="f040cd607ac8806d" providerId="LiveId" clId="{89890A16-D95C-48D1-8D5A-F39C0C2B1E7F}" dt="2026-02-20T08:15:02.688" v="6" actId="478"/>
          <ac:picMkLst>
            <pc:docMk/>
            <pc:sldMk cId="1349964298" sldId="258"/>
            <ac:picMk id="21" creationId="{1027734A-29D6-E315-8BA4-02FE2A0B0BE2}"/>
          </ac:picMkLst>
        </pc:picChg>
        <pc:picChg chg="del">
          <ac:chgData name="Luis Guinea" userId="f040cd607ac8806d" providerId="LiveId" clId="{89890A16-D95C-48D1-8D5A-F39C0C2B1E7F}" dt="2026-02-20T08:15:00.054" v="5" actId="478"/>
          <ac:picMkLst>
            <pc:docMk/>
            <pc:sldMk cId="1349964298" sldId="258"/>
            <ac:picMk id="22" creationId="{07791508-CA4A-79E8-4607-850B8DE120C1}"/>
          </ac:picMkLst>
        </pc:picChg>
        <pc:picChg chg="del">
          <ac:chgData name="Luis Guinea" userId="f040cd607ac8806d" providerId="LiveId" clId="{89890A16-D95C-48D1-8D5A-F39C0C2B1E7F}" dt="2026-02-20T08:14:57.310" v="4" actId="478"/>
          <ac:picMkLst>
            <pc:docMk/>
            <pc:sldMk cId="1349964298" sldId="258"/>
            <ac:picMk id="30" creationId="{B4800B9A-ABDF-E4D9-1EE9-8E05E08377F4}"/>
          </ac:picMkLst>
        </pc:picChg>
        <pc:picChg chg="del">
          <ac:chgData name="Luis Guinea" userId="f040cd607ac8806d" providerId="LiveId" clId="{89890A16-D95C-48D1-8D5A-F39C0C2B1E7F}" dt="2026-02-20T08:14:57.310" v="4" actId="478"/>
          <ac:picMkLst>
            <pc:docMk/>
            <pc:sldMk cId="1349964298" sldId="258"/>
            <ac:picMk id="32" creationId="{F8DFE962-9E3A-F1FD-6FD0-5D6A578E0031}"/>
          </ac:picMkLst>
        </pc:picChg>
        <pc:picChg chg="del">
          <ac:chgData name="Luis Guinea" userId="f040cd607ac8806d" providerId="LiveId" clId="{89890A16-D95C-48D1-8D5A-F39C0C2B1E7F}" dt="2026-02-20T08:14:57.310" v="4" actId="478"/>
          <ac:picMkLst>
            <pc:docMk/>
            <pc:sldMk cId="1349964298" sldId="258"/>
            <ac:picMk id="34" creationId="{05F6ED65-8ABE-76AB-29F8-93B766F4634B}"/>
          </ac:picMkLst>
        </pc:picChg>
        <pc:picChg chg="del">
          <ac:chgData name="Luis Guinea" userId="f040cd607ac8806d" providerId="LiveId" clId="{89890A16-D95C-48D1-8D5A-F39C0C2B1E7F}" dt="2026-02-20T08:14:49.823" v="3" actId="478"/>
          <ac:picMkLst>
            <pc:docMk/>
            <pc:sldMk cId="1349964298" sldId="258"/>
            <ac:picMk id="36" creationId="{B4D67155-ABAB-0351-352F-C2033E510EE0}"/>
          </ac:picMkLst>
        </pc:picChg>
      </pc:sldChg>
      <pc:sldChg chg="addSp delSp modSp new mod">
        <pc:chgData name="Luis Guinea" userId="f040cd607ac8806d" providerId="LiveId" clId="{89890A16-D95C-48D1-8D5A-F39C0C2B1E7F}" dt="2026-02-21T06:38:40.106" v="178" actId="478"/>
        <pc:sldMkLst>
          <pc:docMk/>
          <pc:sldMk cId="3503784063" sldId="259"/>
        </pc:sldMkLst>
        <pc:spChg chg="del">
          <ac:chgData name="Luis Guinea" userId="f040cd607ac8806d" providerId="LiveId" clId="{89890A16-D95C-48D1-8D5A-F39C0C2B1E7F}" dt="2026-02-21T05:59:06.406" v="29" actId="478"/>
          <ac:spMkLst>
            <pc:docMk/>
            <pc:sldMk cId="3503784063" sldId="259"/>
            <ac:spMk id="2" creationId="{7CD81C76-A6A4-472B-E7BD-1A0F128041FC}"/>
          </ac:spMkLst>
        </pc:spChg>
        <pc:spChg chg="del">
          <ac:chgData name="Luis Guinea" userId="f040cd607ac8806d" providerId="LiveId" clId="{89890A16-D95C-48D1-8D5A-F39C0C2B1E7F}" dt="2026-02-21T05:59:10.276" v="30" actId="478"/>
          <ac:spMkLst>
            <pc:docMk/>
            <pc:sldMk cId="3503784063" sldId="259"/>
            <ac:spMk id="3" creationId="{6D29502C-1257-4B17-4D5A-955127CA90AA}"/>
          </ac:spMkLst>
        </pc:spChg>
        <pc:spChg chg="add mod">
          <ac:chgData name="Luis Guinea" userId="f040cd607ac8806d" providerId="LiveId" clId="{89890A16-D95C-48D1-8D5A-F39C0C2B1E7F}" dt="2026-02-21T06:06:12.304" v="67" actId="207"/>
          <ac:spMkLst>
            <pc:docMk/>
            <pc:sldMk cId="3503784063" sldId="259"/>
            <ac:spMk id="11" creationId="{120673D4-D1EB-AE2D-ED96-84ED4BB8CC85}"/>
          </ac:spMkLst>
        </pc:spChg>
        <pc:spChg chg="add mod">
          <ac:chgData name="Luis Guinea" userId="f040cd607ac8806d" providerId="LiveId" clId="{89890A16-D95C-48D1-8D5A-F39C0C2B1E7F}" dt="2026-02-21T06:36:59.676" v="150" actId="1076"/>
          <ac:spMkLst>
            <pc:docMk/>
            <pc:sldMk cId="3503784063" sldId="259"/>
            <ac:spMk id="16" creationId="{E17DAE72-C888-DBC6-B279-A0D5E241160F}"/>
          </ac:spMkLst>
        </pc:spChg>
        <pc:spChg chg="add mod">
          <ac:chgData name="Luis Guinea" userId="f040cd607ac8806d" providerId="LiveId" clId="{89890A16-D95C-48D1-8D5A-F39C0C2B1E7F}" dt="2026-02-21T06:35:41.179" v="132" actId="1076"/>
          <ac:spMkLst>
            <pc:docMk/>
            <pc:sldMk cId="3503784063" sldId="259"/>
            <ac:spMk id="17" creationId="{1F676A6D-5854-A901-76D3-D22191D6FC17}"/>
          </ac:spMkLst>
        </pc:spChg>
        <pc:spChg chg="add mod">
          <ac:chgData name="Luis Guinea" userId="f040cd607ac8806d" providerId="LiveId" clId="{89890A16-D95C-48D1-8D5A-F39C0C2B1E7F}" dt="2026-02-21T06:38:28.966" v="175" actId="1076"/>
          <ac:spMkLst>
            <pc:docMk/>
            <pc:sldMk cId="3503784063" sldId="259"/>
            <ac:spMk id="18" creationId="{45162485-985D-B7B2-CA7B-3BA6F70E02A6}"/>
          </ac:spMkLst>
        </pc:spChg>
        <pc:spChg chg="add mod">
          <ac:chgData name="Luis Guinea" userId="f040cd607ac8806d" providerId="LiveId" clId="{89890A16-D95C-48D1-8D5A-F39C0C2B1E7F}" dt="2026-02-21T06:37:49.649" v="162" actId="1076"/>
          <ac:spMkLst>
            <pc:docMk/>
            <pc:sldMk cId="3503784063" sldId="259"/>
            <ac:spMk id="19" creationId="{5135BB85-3E7C-01E2-8B60-49E35DC94805}"/>
          </ac:spMkLst>
        </pc:spChg>
        <pc:spChg chg="add mod">
          <ac:chgData name="Luis Guinea" userId="f040cd607ac8806d" providerId="LiveId" clId="{89890A16-D95C-48D1-8D5A-F39C0C2B1E7F}" dt="2026-02-21T06:38:35.909" v="177" actId="1076"/>
          <ac:spMkLst>
            <pc:docMk/>
            <pc:sldMk cId="3503784063" sldId="259"/>
            <ac:spMk id="23" creationId="{65B87BEF-DC61-43E7-02A4-F79936A8B4CD}"/>
          </ac:spMkLst>
        </pc:spChg>
        <pc:picChg chg="add mod">
          <ac:chgData name="Luis Guinea" userId="f040cd607ac8806d" providerId="LiveId" clId="{89890A16-D95C-48D1-8D5A-F39C0C2B1E7F}" dt="2026-02-21T05:59:20.957" v="35" actId="14100"/>
          <ac:picMkLst>
            <pc:docMk/>
            <pc:sldMk cId="3503784063" sldId="259"/>
            <ac:picMk id="5" creationId="{3042DDF9-DD82-346E-F6F2-CC673FE6275D}"/>
          </ac:picMkLst>
        </pc:picChg>
        <pc:picChg chg="add mod">
          <ac:chgData name="Luis Guinea" userId="f040cd607ac8806d" providerId="LiveId" clId="{89890A16-D95C-48D1-8D5A-F39C0C2B1E7F}" dt="2026-02-21T06:00:08.344" v="37" actId="1076"/>
          <ac:picMkLst>
            <pc:docMk/>
            <pc:sldMk cId="3503784063" sldId="259"/>
            <ac:picMk id="6" creationId="{BCCFD129-383E-8420-3EF9-7CE1CC24EE6A}"/>
          </ac:picMkLst>
        </pc:picChg>
        <pc:picChg chg="add del mod modCrop">
          <ac:chgData name="Luis Guinea" userId="f040cd607ac8806d" providerId="LiveId" clId="{89890A16-D95C-48D1-8D5A-F39C0C2B1E7F}" dt="2026-02-21T06:05:52.228" v="64" actId="478"/>
          <ac:picMkLst>
            <pc:docMk/>
            <pc:sldMk cId="3503784063" sldId="259"/>
            <ac:picMk id="7" creationId="{154732D3-A4DD-793A-A571-C5D98D6B524A}"/>
          </ac:picMkLst>
        </pc:picChg>
        <pc:picChg chg="add del mod modCrop">
          <ac:chgData name="Luis Guinea" userId="f040cd607ac8806d" providerId="LiveId" clId="{89890A16-D95C-48D1-8D5A-F39C0C2B1E7F}" dt="2026-02-21T06:05:58.264" v="65" actId="478"/>
          <ac:picMkLst>
            <pc:docMk/>
            <pc:sldMk cId="3503784063" sldId="259"/>
            <ac:picMk id="8" creationId="{C83D7337-5073-A3E1-5EEF-319CFC23DBF6}"/>
          </ac:picMkLst>
        </pc:picChg>
        <pc:picChg chg="add mod modCrop">
          <ac:chgData name="Luis Guinea" userId="f040cd607ac8806d" providerId="LiveId" clId="{89890A16-D95C-48D1-8D5A-F39C0C2B1E7F}" dt="2026-02-21T06:04:46.481" v="56" actId="1076"/>
          <ac:picMkLst>
            <pc:docMk/>
            <pc:sldMk cId="3503784063" sldId="259"/>
            <ac:picMk id="9" creationId="{EEFF92B0-1076-2CCA-3E92-0B3C85267A8E}"/>
          </ac:picMkLst>
        </pc:picChg>
        <pc:picChg chg="add mod modCrop">
          <ac:chgData name="Luis Guinea" userId="f040cd607ac8806d" providerId="LiveId" clId="{89890A16-D95C-48D1-8D5A-F39C0C2B1E7F}" dt="2026-02-21T06:05:38.990" v="63" actId="14100"/>
          <ac:picMkLst>
            <pc:docMk/>
            <pc:sldMk cId="3503784063" sldId="259"/>
            <ac:picMk id="10" creationId="{A7AD89C7-2771-EAAD-035F-C40C8DEB651C}"/>
          </ac:picMkLst>
        </pc:picChg>
        <pc:picChg chg="add mod modCrop">
          <ac:chgData name="Luis Guinea" userId="f040cd607ac8806d" providerId="LiveId" clId="{89890A16-D95C-48D1-8D5A-F39C0C2B1E7F}" dt="2026-02-21T06:30:05.371" v="72" actId="1076"/>
          <ac:picMkLst>
            <pc:docMk/>
            <pc:sldMk cId="3503784063" sldId="259"/>
            <ac:picMk id="12" creationId="{931344C3-B0FE-716E-9502-EBF1B2D25A4C}"/>
          </ac:picMkLst>
        </pc:picChg>
        <pc:picChg chg="add del mod">
          <ac:chgData name="Luis Guinea" userId="f040cd607ac8806d" providerId="LiveId" clId="{89890A16-D95C-48D1-8D5A-F39C0C2B1E7F}" dt="2026-02-21T06:36:04.675" v="133" actId="478"/>
          <ac:picMkLst>
            <pc:docMk/>
            <pc:sldMk cId="3503784063" sldId="259"/>
            <ac:picMk id="13" creationId="{250CACED-FF19-2F54-2E86-92049AA76ED1}"/>
          </ac:picMkLst>
        </pc:picChg>
        <pc:picChg chg="add mod modCrop">
          <ac:chgData name="Luis Guinea" userId="f040cd607ac8806d" providerId="LiveId" clId="{89890A16-D95C-48D1-8D5A-F39C0C2B1E7F}" dt="2026-02-21T06:32:41.822" v="85" actId="1076"/>
          <ac:picMkLst>
            <pc:docMk/>
            <pc:sldMk cId="3503784063" sldId="259"/>
            <ac:picMk id="14" creationId="{818BA569-E5FA-ED8B-6893-02690C718181}"/>
          </ac:picMkLst>
        </pc:picChg>
        <pc:picChg chg="add mod modCrop">
          <ac:chgData name="Luis Guinea" userId="f040cd607ac8806d" providerId="LiveId" clId="{89890A16-D95C-48D1-8D5A-F39C0C2B1E7F}" dt="2026-02-21T06:33:33.311" v="91" actId="14100"/>
          <ac:picMkLst>
            <pc:docMk/>
            <pc:sldMk cId="3503784063" sldId="259"/>
            <ac:picMk id="15" creationId="{C2D8C62D-13BA-EF29-DB1F-906DD47E35C1}"/>
          </ac:picMkLst>
        </pc:picChg>
        <pc:picChg chg="add del mod">
          <ac:chgData name="Luis Guinea" userId="f040cd607ac8806d" providerId="LiveId" clId="{89890A16-D95C-48D1-8D5A-F39C0C2B1E7F}" dt="2026-02-21T06:38:40.106" v="178" actId="478"/>
          <ac:picMkLst>
            <pc:docMk/>
            <pc:sldMk cId="3503784063" sldId="259"/>
            <ac:picMk id="20" creationId="{5EFCD190-7E45-BA80-FE35-5BDF30871EE5}"/>
          </ac:picMkLst>
        </pc:picChg>
        <pc:picChg chg="add del mod">
          <ac:chgData name="Luis Guinea" userId="f040cd607ac8806d" providerId="LiveId" clId="{89890A16-D95C-48D1-8D5A-F39C0C2B1E7F}" dt="2026-02-21T06:38:40.106" v="178" actId="478"/>
          <ac:picMkLst>
            <pc:docMk/>
            <pc:sldMk cId="3503784063" sldId="259"/>
            <ac:picMk id="21" creationId="{44D407BC-FF7A-6507-F233-295E623F6439}"/>
          </ac:picMkLst>
        </pc:picChg>
        <pc:picChg chg="add del mod">
          <ac:chgData name="Luis Guinea" userId="f040cd607ac8806d" providerId="LiveId" clId="{89890A16-D95C-48D1-8D5A-F39C0C2B1E7F}" dt="2026-02-21T06:38:40.106" v="178" actId="478"/>
          <ac:picMkLst>
            <pc:docMk/>
            <pc:sldMk cId="3503784063" sldId="259"/>
            <ac:picMk id="22" creationId="{339DB796-B742-E3E5-831C-6603011AD7A6}"/>
          </ac:picMkLst>
        </pc:picChg>
      </pc:sldChg>
      <pc:sldChg chg="addSp delSp modSp add mod">
        <pc:chgData name="Luis Guinea" userId="f040cd607ac8806d" providerId="LiveId" clId="{89890A16-D95C-48D1-8D5A-F39C0C2B1E7F}" dt="2026-02-21T07:25:30.303" v="744" actId="207"/>
        <pc:sldMkLst>
          <pc:docMk/>
          <pc:sldMk cId="1072243236" sldId="260"/>
        </pc:sldMkLst>
        <pc:spChg chg="add mod">
          <ac:chgData name="Luis Guinea" userId="f040cd607ac8806d" providerId="LiveId" clId="{89890A16-D95C-48D1-8D5A-F39C0C2B1E7F}" dt="2026-02-21T07:12:20.569" v="370" actId="14"/>
          <ac:spMkLst>
            <pc:docMk/>
            <pc:sldMk cId="1072243236" sldId="260"/>
            <ac:spMk id="4" creationId="{1D21EA0D-0788-44E4-4EA4-4686668B90F7}"/>
          </ac:spMkLst>
        </pc:spChg>
        <pc:spChg chg="add mod">
          <ac:chgData name="Luis Guinea" userId="f040cd607ac8806d" providerId="LiveId" clId="{89890A16-D95C-48D1-8D5A-F39C0C2B1E7F}" dt="2026-02-21T07:12:00.950" v="365" actId="15"/>
          <ac:spMkLst>
            <pc:docMk/>
            <pc:sldMk cId="1072243236" sldId="260"/>
            <ac:spMk id="7" creationId="{015903BD-0F63-0A05-929F-D7E7223FBAC0}"/>
          </ac:spMkLst>
        </pc:spChg>
        <pc:spChg chg="add mod">
          <ac:chgData name="Luis Guinea" userId="f040cd607ac8806d" providerId="LiveId" clId="{89890A16-D95C-48D1-8D5A-F39C0C2B1E7F}" dt="2026-02-21T07:12:36.561" v="371" actId="14100"/>
          <ac:spMkLst>
            <pc:docMk/>
            <pc:sldMk cId="1072243236" sldId="260"/>
            <ac:spMk id="8" creationId="{F899E482-784D-D586-8F4B-542C53A49AB0}"/>
          </ac:spMkLst>
        </pc:spChg>
        <pc:spChg chg="del">
          <ac:chgData name="Luis Guinea" userId="f040cd607ac8806d" providerId="LiveId" clId="{89890A16-D95C-48D1-8D5A-F39C0C2B1E7F}" dt="2026-02-21T07:04:55.472" v="184" actId="478"/>
          <ac:spMkLst>
            <pc:docMk/>
            <pc:sldMk cId="1072243236" sldId="260"/>
            <ac:spMk id="11" creationId="{2F52AA13-1CEC-BC45-4556-65B4A980C2FF}"/>
          </ac:spMkLst>
        </pc:spChg>
        <pc:spChg chg="add mod">
          <ac:chgData name="Luis Guinea" userId="f040cd607ac8806d" providerId="LiveId" clId="{89890A16-D95C-48D1-8D5A-F39C0C2B1E7F}" dt="2026-02-21T07:12:50.392" v="373" actId="1076"/>
          <ac:spMkLst>
            <pc:docMk/>
            <pc:sldMk cId="1072243236" sldId="260"/>
            <ac:spMk id="13" creationId="{BD97BB04-40ED-146B-F910-70F5BF269310}"/>
          </ac:spMkLst>
        </pc:spChg>
        <pc:spChg chg="del">
          <ac:chgData name="Luis Guinea" userId="f040cd607ac8806d" providerId="LiveId" clId="{89890A16-D95C-48D1-8D5A-F39C0C2B1E7F}" dt="2026-02-21T07:04:55.472" v="184" actId="478"/>
          <ac:spMkLst>
            <pc:docMk/>
            <pc:sldMk cId="1072243236" sldId="260"/>
            <ac:spMk id="16" creationId="{49DDDB7F-4CD4-6C64-4266-451FFA539606}"/>
          </ac:spMkLst>
        </pc:spChg>
        <pc:spChg chg="del">
          <ac:chgData name="Luis Guinea" userId="f040cd607ac8806d" providerId="LiveId" clId="{89890A16-D95C-48D1-8D5A-F39C0C2B1E7F}" dt="2026-02-21T07:04:55.472" v="184" actId="478"/>
          <ac:spMkLst>
            <pc:docMk/>
            <pc:sldMk cId="1072243236" sldId="260"/>
            <ac:spMk id="17" creationId="{94BBE173-473A-CC12-F9F6-BBF64B5632F0}"/>
          </ac:spMkLst>
        </pc:spChg>
        <pc:spChg chg="del">
          <ac:chgData name="Luis Guinea" userId="f040cd607ac8806d" providerId="LiveId" clId="{89890A16-D95C-48D1-8D5A-F39C0C2B1E7F}" dt="2026-02-21T07:04:55.472" v="184" actId="478"/>
          <ac:spMkLst>
            <pc:docMk/>
            <pc:sldMk cId="1072243236" sldId="260"/>
            <ac:spMk id="18" creationId="{49CA62A5-67F6-1E9E-7927-DC7CF4D1A492}"/>
          </ac:spMkLst>
        </pc:spChg>
        <pc:spChg chg="del">
          <ac:chgData name="Luis Guinea" userId="f040cd607ac8806d" providerId="LiveId" clId="{89890A16-D95C-48D1-8D5A-F39C0C2B1E7F}" dt="2026-02-21T07:04:55.472" v="184" actId="478"/>
          <ac:spMkLst>
            <pc:docMk/>
            <pc:sldMk cId="1072243236" sldId="260"/>
            <ac:spMk id="19" creationId="{9725D1EE-D818-D665-6CA1-E52DD0378FB3}"/>
          </ac:spMkLst>
        </pc:spChg>
        <pc:spChg chg="add mod">
          <ac:chgData name="Luis Guinea" userId="f040cd607ac8806d" providerId="LiveId" clId="{89890A16-D95C-48D1-8D5A-F39C0C2B1E7F}" dt="2026-02-21T07:14:20.302" v="380"/>
          <ac:spMkLst>
            <pc:docMk/>
            <pc:sldMk cId="1072243236" sldId="260"/>
            <ac:spMk id="22" creationId="{0FE1C9C2-0FEF-903B-C160-FB5107277A18}"/>
          </ac:spMkLst>
        </pc:spChg>
        <pc:spChg chg="del">
          <ac:chgData name="Luis Guinea" userId="f040cd607ac8806d" providerId="LiveId" clId="{89890A16-D95C-48D1-8D5A-F39C0C2B1E7F}" dt="2026-02-21T07:04:55.472" v="184" actId="478"/>
          <ac:spMkLst>
            <pc:docMk/>
            <pc:sldMk cId="1072243236" sldId="260"/>
            <ac:spMk id="23" creationId="{B532DF78-FD60-0493-D874-A1A314F86BAE}"/>
          </ac:spMkLst>
        </pc:spChg>
        <pc:spChg chg="add del mod">
          <ac:chgData name="Luis Guinea" userId="f040cd607ac8806d" providerId="LiveId" clId="{89890A16-D95C-48D1-8D5A-F39C0C2B1E7F}" dt="2026-02-21T07:25:16.369" v="742" actId="478"/>
          <ac:spMkLst>
            <pc:docMk/>
            <pc:sldMk cId="1072243236" sldId="260"/>
            <ac:spMk id="31" creationId="{A758B6AD-6E62-6D0C-9EE7-A5FEEE65E7B6}"/>
          </ac:spMkLst>
        </pc:spChg>
        <pc:spChg chg="add mod">
          <ac:chgData name="Luis Guinea" userId="f040cd607ac8806d" providerId="LiveId" clId="{89890A16-D95C-48D1-8D5A-F39C0C2B1E7F}" dt="2026-02-21T07:22:23.971" v="729" actId="14100"/>
          <ac:spMkLst>
            <pc:docMk/>
            <pc:sldMk cId="1072243236" sldId="260"/>
            <ac:spMk id="32" creationId="{A59F699D-863E-9023-FF79-9582C87B38B4}"/>
          </ac:spMkLst>
        </pc:spChg>
        <pc:spChg chg="add mod">
          <ac:chgData name="Luis Guinea" userId="f040cd607ac8806d" providerId="LiveId" clId="{89890A16-D95C-48D1-8D5A-F39C0C2B1E7F}" dt="2026-02-21T07:22:51.707" v="733" actId="14100"/>
          <ac:spMkLst>
            <pc:docMk/>
            <pc:sldMk cId="1072243236" sldId="260"/>
            <ac:spMk id="33" creationId="{BDA68CF1-F4E5-2118-92E6-4342F6C5202A}"/>
          </ac:spMkLst>
        </pc:spChg>
        <pc:spChg chg="add mod">
          <ac:chgData name="Luis Guinea" userId="f040cd607ac8806d" providerId="LiveId" clId="{89890A16-D95C-48D1-8D5A-F39C0C2B1E7F}" dt="2026-02-21T07:22:40.822" v="731" actId="14100"/>
          <ac:spMkLst>
            <pc:docMk/>
            <pc:sldMk cId="1072243236" sldId="260"/>
            <ac:spMk id="34" creationId="{19A7ACA8-E95D-7B92-D404-58A69A9F7411}"/>
          </ac:spMkLst>
        </pc:spChg>
        <pc:spChg chg="add mod">
          <ac:chgData name="Luis Guinea" userId="f040cd607ac8806d" providerId="LiveId" clId="{89890A16-D95C-48D1-8D5A-F39C0C2B1E7F}" dt="2026-02-21T07:22:45.963" v="732" actId="14100"/>
          <ac:spMkLst>
            <pc:docMk/>
            <pc:sldMk cId="1072243236" sldId="260"/>
            <ac:spMk id="35" creationId="{BA2555EE-60F7-4FAA-4C5E-53707F1DE870}"/>
          </ac:spMkLst>
        </pc:spChg>
        <pc:spChg chg="add mod">
          <ac:chgData name="Luis Guinea" userId="f040cd607ac8806d" providerId="LiveId" clId="{89890A16-D95C-48D1-8D5A-F39C0C2B1E7F}" dt="2026-02-21T07:22:34.807" v="730" actId="14100"/>
          <ac:spMkLst>
            <pc:docMk/>
            <pc:sldMk cId="1072243236" sldId="260"/>
            <ac:spMk id="36" creationId="{5DBA25FD-365B-DF20-BE0B-736AF50227FE}"/>
          </ac:spMkLst>
        </pc:spChg>
        <pc:spChg chg="add mod">
          <ac:chgData name="Luis Guinea" userId="f040cd607ac8806d" providerId="LiveId" clId="{89890A16-D95C-48D1-8D5A-F39C0C2B1E7F}" dt="2026-02-21T07:23:09.376" v="737" actId="14100"/>
          <ac:spMkLst>
            <pc:docMk/>
            <pc:sldMk cId="1072243236" sldId="260"/>
            <ac:spMk id="37" creationId="{C9D6BA8F-2709-34E8-7D12-DA926E074A04}"/>
          </ac:spMkLst>
        </pc:spChg>
        <pc:spChg chg="add mod">
          <ac:chgData name="Luis Guinea" userId="f040cd607ac8806d" providerId="LiveId" clId="{89890A16-D95C-48D1-8D5A-F39C0C2B1E7F}" dt="2026-02-21T07:23:29.179" v="741" actId="1076"/>
          <ac:spMkLst>
            <pc:docMk/>
            <pc:sldMk cId="1072243236" sldId="260"/>
            <ac:spMk id="38" creationId="{670891FC-312F-E51F-F63C-F8E31588EB5D}"/>
          </ac:spMkLst>
        </pc:spChg>
        <pc:spChg chg="add mod">
          <ac:chgData name="Luis Guinea" userId="f040cd607ac8806d" providerId="LiveId" clId="{89890A16-D95C-48D1-8D5A-F39C0C2B1E7F}" dt="2026-02-21T07:23:20.367" v="740" actId="1076"/>
          <ac:spMkLst>
            <pc:docMk/>
            <pc:sldMk cId="1072243236" sldId="260"/>
            <ac:spMk id="39" creationId="{342EE262-5E2A-94BD-6F3D-86293A0A9D72}"/>
          </ac:spMkLst>
        </pc:spChg>
        <pc:spChg chg="add mod">
          <ac:chgData name="Luis Guinea" userId="f040cd607ac8806d" providerId="LiveId" clId="{89890A16-D95C-48D1-8D5A-F39C0C2B1E7F}" dt="2026-02-21T07:25:30.303" v="744" actId="207"/>
          <ac:spMkLst>
            <pc:docMk/>
            <pc:sldMk cId="1072243236" sldId="260"/>
            <ac:spMk id="40" creationId="{1CA13AB0-7BEC-2267-A6D2-9AA9CCFFFCB2}"/>
          </ac:spMkLst>
        </pc:spChg>
        <pc:picChg chg="add mod">
          <ac:chgData name="Luis Guinea" userId="f040cd607ac8806d" providerId="LiveId" clId="{89890A16-D95C-48D1-8D5A-F39C0C2B1E7F}" dt="2026-02-21T07:09:01.714" v="270" actId="1076"/>
          <ac:picMkLst>
            <pc:docMk/>
            <pc:sldMk cId="1072243236" sldId="260"/>
            <ac:picMk id="3" creationId="{C1B0D2B2-1A8B-90B7-6515-CD8585171801}"/>
          </ac:picMkLst>
        </pc:picChg>
        <pc:picChg chg="del">
          <ac:chgData name="Luis Guinea" userId="f040cd607ac8806d" providerId="LiveId" clId="{89890A16-D95C-48D1-8D5A-F39C0C2B1E7F}" dt="2026-02-21T07:04:55.472" v="184" actId="478"/>
          <ac:picMkLst>
            <pc:docMk/>
            <pc:sldMk cId="1072243236" sldId="260"/>
            <ac:picMk id="5" creationId="{5A03B0E2-3E9A-93F4-AD9C-1CB7667610B7}"/>
          </ac:picMkLst>
        </pc:picChg>
        <pc:picChg chg="del">
          <ac:chgData name="Luis Guinea" userId="f040cd607ac8806d" providerId="LiveId" clId="{89890A16-D95C-48D1-8D5A-F39C0C2B1E7F}" dt="2026-02-21T07:04:55.472" v="184" actId="478"/>
          <ac:picMkLst>
            <pc:docMk/>
            <pc:sldMk cId="1072243236" sldId="260"/>
            <ac:picMk id="6" creationId="{41E245B1-BA36-1DA4-125A-885B3C69B58E}"/>
          </ac:picMkLst>
        </pc:picChg>
        <pc:picChg chg="del">
          <ac:chgData name="Luis Guinea" userId="f040cd607ac8806d" providerId="LiveId" clId="{89890A16-D95C-48D1-8D5A-F39C0C2B1E7F}" dt="2026-02-21T07:04:49.193" v="183" actId="478"/>
          <ac:picMkLst>
            <pc:docMk/>
            <pc:sldMk cId="1072243236" sldId="260"/>
            <ac:picMk id="9" creationId="{E43C5FF1-608C-61E9-DF11-C22A4F7022ED}"/>
          </ac:picMkLst>
        </pc:picChg>
        <pc:picChg chg="del">
          <ac:chgData name="Luis Guinea" userId="f040cd607ac8806d" providerId="LiveId" clId="{89890A16-D95C-48D1-8D5A-F39C0C2B1E7F}" dt="2026-02-21T07:04:55.472" v="184" actId="478"/>
          <ac:picMkLst>
            <pc:docMk/>
            <pc:sldMk cId="1072243236" sldId="260"/>
            <ac:picMk id="10" creationId="{029693D5-2DA4-FE83-BEF7-A39133F2F189}"/>
          </ac:picMkLst>
        </pc:picChg>
        <pc:picChg chg="del">
          <ac:chgData name="Luis Guinea" userId="f040cd607ac8806d" providerId="LiveId" clId="{89890A16-D95C-48D1-8D5A-F39C0C2B1E7F}" dt="2026-02-21T07:04:55.472" v="184" actId="478"/>
          <ac:picMkLst>
            <pc:docMk/>
            <pc:sldMk cId="1072243236" sldId="260"/>
            <ac:picMk id="15" creationId="{CB75D548-5140-8735-F4E1-43FAAA6F00B4}"/>
          </ac:picMkLst>
        </pc:picChg>
        <pc:picChg chg="add mod">
          <ac:chgData name="Luis Guinea" userId="f040cd607ac8806d" providerId="LiveId" clId="{89890A16-D95C-48D1-8D5A-F39C0C2B1E7F}" dt="2026-02-21T07:14:12.954" v="379" actId="14100"/>
          <ac:picMkLst>
            <pc:docMk/>
            <pc:sldMk cId="1072243236" sldId="260"/>
            <ac:picMk id="21" creationId="{1304E436-3ED3-7C87-BD34-72E140BFF64F}"/>
          </ac:picMkLst>
        </pc:picChg>
        <pc:picChg chg="add mod">
          <ac:chgData name="Luis Guinea" userId="f040cd607ac8806d" providerId="LiveId" clId="{89890A16-D95C-48D1-8D5A-F39C0C2B1E7F}" dt="2026-02-21T07:14:40.148" v="382" actId="1076"/>
          <ac:picMkLst>
            <pc:docMk/>
            <pc:sldMk cId="1072243236" sldId="260"/>
            <ac:picMk id="24" creationId="{42029C59-F291-824E-E577-0C785B46A224}"/>
          </ac:picMkLst>
        </pc:picChg>
        <pc:picChg chg="add mod">
          <ac:chgData name="Luis Guinea" userId="f040cd607ac8806d" providerId="LiveId" clId="{89890A16-D95C-48D1-8D5A-F39C0C2B1E7F}" dt="2026-02-21T07:15:09.701" v="390" actId="1076"/>
          <ac:picMkLst>
            <pc:docMk/>
            <pc:sldMk cId="1072243236" sldId="260"/>
            <ac:picMk id="25" creationId="{A076DA07-D205-0258-9FB7-8796384CEB4A}"/>
          </ac:picMkLst>
        </pc:picChg>
        <pc:picChg chg="add mod">
          <ac:chgData name="Luis Guinea" userId="f040cd607ac8806d" providerId="LiveId" clId="{89890A16-D95C-48D1-8D5A-F39C0C2B1E7F}" dt="2026-02-21T07:15:04.965" v="389" actId="1076"/>
          <ac:picMkLst>
            <pc:docMk/>
            <pc:sldMk cId="1072243236" sldId="260"/>
            <ac:picMk id="26" creationId="{420C1575-CD42-3C46-6F43-EC6CB0D9AA92}"/>
          </ac:picMkLst>
        </pc:picChg>
        <pc:picChg chg="add mod">
          <ac:chgData name="Luis Guinea" userId="f040cd607ac8806d" providerId="LiveId" clId="{89890A16-D95C-48D1-8D5A-F39C0C2B1E7F}" dt="2026-02-21T07:15:02.105" v="388" actId="1076"/>
          <ac:picMkLst>
            <pc:docMk/>
            <pc:sldMk cId="1072243236" sldId="260"/>
            <ac:picMk id="27" creationId="{06EC2834-5DC1-8BED-BDE2-E5F8B6D9D60E}"/>
          </ac:picMkLst>
        </pc:picChg>
        <pc:picChg chg="add mod">
          <ac:chgData name="Luis Guinea" userId="f040cd607ac8806d" providerId="LiveId" clId="{89890A16-D95C-48D1-8D5A-F39C0C2B1E7F}" dt="2026-02-21T07:15:38.246" v="394" actId="1076"/>
          <ac:picMkLst>
            <pc:docMk/>
            <pc:sldMk cId="1072243236" sldId="260"/>
            <ac:picMk id="28" creationId="{53CDA7F2-13AB-1A05-DFE9-C6046242193F}"/>
          </ac:picMkLst>
        </pc:picChg>
        <pc:picChg chg="add mod">
          <ac:chgData name="Luis Guinea" userId="f040cd607ac8806d" providerId="LiveId" clId="{89890A16-D95C-48D1-8D5A-F39C0C2B1E7F}" dt="2026-02-21T07:15:58.118" v="400" actId="14100"/>
          <ac:picMkLst>
            <pc:docMk/>
            <pc:sldMk cId="1072243236" sldId="260"/>
            <ac:picMk id="29" creationId="{A63CEE07-E3F6-8D4B-2F52-5E882A062F52}"/>
          </ac:picMkLst>
        </pc:picChg>
        <pc:picChg chg="add mod">
          <ac:chgData name="Luis Guinea" userId="f040cd607ac8806d" providerId="LiveId" clId="{89890A16-D95C-48D1-8D5A-F39C0C2B1E7F}" dt="2026-02-21T07:15:48.219" v="398" actId="14100"/>
          <ac:picMkLst>
            <pc:docMk/>
            <pc:sldMk cId="1072243236" sldId="260"/>
            <ac:picMk id="30" creationId="{9A11E3D9-5A60-0E56-312D-80A07B369DB5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698D9E-CC00-C9A2-2323-261B89F4BE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61AE9B7-6BCA-9E14-E4B4-DBBCFF8A50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989AE62-38AC-5B1E-22B2-97B1162194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E498320-3101-84A9-CC79-CD2F84D2B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8D480EE-0218-54F3-1605-E008C5860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9822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6DA64F-6CD2-8950-30EE-A98C79068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C791F1C-452E-29EB-AB59-7A1A5D32F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5270E47-E844-37B8-4346-BA52AABC8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B4DF436-0870-D7BE-C3E2-45DED99A4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B4D7BC0-27B9-65E8-C946-253B18F47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577707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C24395-D202-1240-5E2C-8B647CB66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53C8F20-BB13-A6A2-E5E0-F043AEDA1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4334270-DEF5-08E3-8FCA-40081ECAC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B2F9F72-D86E-6A57-5B84-1CFDBFDEC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5CB7CA4-0D68-F60D-0194-F6593F9E9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170347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660B8A-0F6C-81A8-3F5F-D2DDDEB01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C5E4A2-BA8E-245A-B574-1CBEA6E3B5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6AD54C3-AF20-3A53-0D48-901AFE176F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3F0064F-F583-7C03-EB4B-9C41C6B18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02376BC-3FF1-AD4D-3669-B2C77490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CC4C74D-294D-FD72-F12F-D579FAC5C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8125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4B28F3-1F5B-95B0-3083-25C608276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4452509-DD17-9CE5-58E4-E040D15095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6758C76-FD13-4C2A-F72B-E2D86AB732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4FCDCF1-61E4-78FA-F651-8DB77A1CF7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0F55CE4-206A-09C3-0EEE-85D7A0EF75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1BFD09C-5D72-09AA-2F49-2CD70A758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CBA4CA6-971B-1DE4-D133-A8518839F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7E5877C-1BA4-EF82-CEB8-3A425D3F8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70092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3ED219-4B01-BA20-0F32-7A4B0F5B6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8A6FC04-6FC3-DB28-A93C-B8863486D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C617188-046A-EBF4-8CF7-E45E831CA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83D7FC5-1C55-4A73-AFDF-CD7E3CBED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735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1B2461E-BD75-C1DA-5F30-409F1BBDBA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A7B4328-45F4-8A8E-9C46-2546CBD8E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476ECCB-3EEE-257B-751B-498680045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197570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E41278-31AA-E638-52D2-DDD441B7B6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C692FAC-CD08-22DB-3A95-24E2535199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0FB65BB-D659-EE8D-FCD2-F694D0326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22EB649-1070-DDA6-5374-7E54F1DE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2BEF18C-CE0B-A931-6EEF-54B11217A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8110488-43A7-D199-CB93-30FB7255F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0866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467FD6-F9EB-CBA7-630A-1ABD6681B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9ACE526-AC98-34F9-1B99-09A8A0B95A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620E431-67A8-3ED5-147F-4B9A64A01B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D3BB3DC-F583-D73C-4D1C-7FD322F1C3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DDFCB58-7F38-0BC0-8691-82EFB37D8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A1AB86A-4BC4-41BA-0528-D0635C811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5240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262332-A72E-249C-91A8-FD9A9D202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21714B9-E6E2-7816-9DA7-A0F53455EA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858F8F3-D191-7C8C-A4E1-7934CFCAA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076813C-BCD0-0E3A-28F3-7566B286E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FBF9CC-D4AB-DB1B-DA5D-50F525A63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39106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B477B31-E1C4-6602-7671-67BDCF354A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02E1D52-805A-ACB1-33F1-ED63EA39CC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BE13BB3-4782-0BD9-334A-667058265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9C581C-824B-0636-B7C3-63E599DE8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7372A5D-78F0-3582-83D5-B1B4FD175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31233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62482B4-F476-6C30-4BE8-116A420AEA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325486-734E-D13D-0E3F-05849B46FE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B65864-63A6-EC86-53AE-EB504A301B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0330FD-ACC8-4F8B-9E7D-A9103019845D}" type="datetimeFigureOut">
              <a:rPr lang="es-ES" smtClean="0"/>
              <a:t>21/02/2026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FDC9524-EBE1-C821-A89A-2962DA0EF0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55CD81D-59A1-5574-9783-4058DA75AD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5CBE35-DF2F-499B-B7FB-83A3E6B5250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36591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402C893A-E20C-DA86-7D6E-CC48F0A6C1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2" y="410536"/>
            <a:ext cx="5968669" cy="4984955"/>
          </a:xfrm>
          <a:prstGeom prst="rect">
            <a:avLst/>
          </a:prstGeom>
        </p:spPr>
      </p:pic>
      <p:pic>
        <p:nvPicPr>
          <p:cNvPr id="20" name="Imagen 19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D6BDD21D-ABC1-3241-1D64-1A2FB076D4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93439"/>
            <a:ext cx="5968669" cy="4984955"/>
          </a:xfrm>
          <a:prstGeom prst="rect">
            <a:avLst/>
          </a:prstGeom>
        </p:spPr>
      </p:pic>
      <p:pic>
        <p:nvPicPr>
          <p:cNvPr id="21" name="Imagen 20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8F101468-B4C8-305D-67CF-AB9EDF1B98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596" t="75247" r="10543" b="7593"/>
          <a:stretch>
            <a:fillRect/>
          </a:stretch>
        </p:blipFill>
        <p:spPr>
          <a:xfrm>
            <a:off x="6096000" y="5052883"/>
            <a:ext cx="2080169" cy="342608"/>
          </a:xfrm>
          <a:prstGeom prst="rect">
            <a:avLst/>
          </a:prstGeom>
        </p:spPr>
      </p:pic>
      <p:pic>
        <p:nvPicPr>
          <p:cNvPr id="22" name="Imagen 21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F317CBD4-1C9B-D8A5-9545-A8EE9181A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022" r="62841" b="19800"/>
          <a:stretch>
            <a:fillRect/>
          </a:stretch>
        </p:blipFill>
        <p:spPr>
          <a:xfrm>
            <a:off x="6096000" y="2499296"/>
            <a:ext cx="3242397" cy="325510"/>
          </a:xfrm>
          <a:prstGeom prst="rect">
            <a:avLst/>
          </a:prstGeom>
        </p:spPr>
      </p:pic>
      <p:pic>
        <p:nvPicPr>
          <p:cNvPr id="19" name="Imagen 18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507DFB6D-1FF0-9BFF-0CA3-13468DB628F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917" t="1291" r="7602" b="60026"/>
          <a:stretch>
            <a:fillRect/>
          </a:stretch>
        </p:blipFill>
        <p:spPr>
          <a:xfrm>
            <a:off x="9207799" y="516173"/>
            <a:ext cx="2651387" cy="2129635"/>
          </a:xfrm>
          <a:prstGeom prst="rect">
            <a:avLst/>
          </a:prstGeom>
        </p:spPr>
      </p:pic>
      <p:sp>
        <p:nvSpPr>
          <p:cNvPr id="23" name="CuadroTexto 22">
            <a:extLst>
              <a:ext uri="{FF2B5EF4-FFF2-40B4-BE49-F238E27FC236}">
                <a16:creationId xmlns:a16="http://schemas.microsoft.com/office/drawing/2014/main" id="{81B6DA7E-F973-E8D6-DCCA-2BBDF7ADFE21}"/>
              </a:ext>
            </a:extLst>
          </p:cNvPr>
          <p:cNvSpPr txBox="1"/>
          <p:nvPr/>
        </p:nvSpPr>
        <p:spPr>
          <a:xfrm>
            <a:off x="6213777" y="3046081"/>
            <a:ext cx="2587293" cy="261610"/>
          </a:xfrm>
          <a:prstGeom prst="rect">
            <a:avLst/>
          </a:prstGeom>
          <a:solidFill>
            <a:srgbClr val="081544"/>
          </a:solidFill>
        </p:spPr>
        <p:txBody>
          <a:bodyPr wrap="square" rtlCol="0">
            <a:spAutoFit/>
          </a:bodyPr>
          <a:lstStyle/>
          <a:p>
            <a:r>
              <a:rPr lang="es-ES" sz="1100" b="1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Servicios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67E751B9-E55C-BFF9-92DB-2A49CB765B53}"/>
              </a:ext>
            </a:extLst>
          </p:cNvPr>
          <p:cNvSpPr txBox="1"/>
          <p:nvPr/>
        </p:nvSpPr>
        <p:spPr>
          <a:xfrm>
            <a:off x="9238520" y="2855499"/>
            <a:ext cx="1966452" cy="460090"/>
          </a:xfrm>
          <a:prstGeom prst="rect">
            <a:avLst/>
          </a:prstGeom>
          <a:solidFill>
            <a:srgbClr val="081544"/>
          </a:solidFill>
        </p:spPr>
        <p:txBody>
          <a:bodyPr wrap="square" tIns="180000" bIns="108000" rtlCol="0">
            <a:spAutoFit/>
          </a:bodyPr>
          <a:lstStyle/>
          <a:p>
            <a:r>
              <a:rPr lang="es-ES" sz="1100" b="1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Actividades</a:t>
            </a:r>
            <a:endParaRPr lang="es-ES" sz="1400" b="1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53138F0E-B0EE-8673-1E86-956128EEB9C2}"/>
              </a:ext>
            </a:extLst>
          </p:cNvPr>
          <p:cNvSpPr txBox="1"/>
          <p:nvPr/>
        </p:nvSpPr>
        <p:spPr>
          <a:xfrm>
            <a:off x="9261262" y="3323079"/>
            <a:ext cx="1905019" cy="1883011"/>
          </a:xfrm>
          <a:prstGeom prst="rect">
            <a:avLst/>
          </a:prstGeom>
          <a:solidFill>
            <a:srgbClr val="081544"/>
          </a:solidFill>
        </p:spPr>
        <p:txBody>
          <a:bodyPr wrap="square" tIns="36000" rtlCol="0">
            <a:spAutoFit/>
          </a:bodyPr>
          <a:lstStyle/>
          <a:p>
            <a:r>
              <a:rPr lang="es-ES" sz="9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Campaña tarjeta comercio</a:t>
            </a: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9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Degustación gastronómica</a:t>
            </a: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9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Sorteos</a:t>
            </a: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9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91BB363D-2B3D-2F51-B646-4FAF4F2EB1B2}"/>
              </a:ext>
            </a:extLst>
          </p:cNvPr>
          <p:cNvSpPr txBox="1"/>
          <p:nvPr/>
        </p:nvSpPr>
        <p:spPr>
          <a:xfrm>
            <a:off x="6132660" y="3340177"/>
            <a:ext cx="1905020" cy="1844539"/>
          </a:xfrm>
          <a:prstGeom prst="rect">
            <a:avLst/>
          </a:prstGeom>
          <a:solidFill>
            <a:srgbClr val="081544"/>
          </a:solidFill>
        </p:spPr>
        <p:txBody>
          <a:bodyPr wrap="square" lIns="396000" tIns="36000" rtlCol="0">
            <a:spAutoFit/>
          </a:bodyPr>
          <a:lstStyle/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Tramitaciones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- 99999</a:t>
            </a:r>
          </a:p>
          <a:p>
            <a:pPr marL="171450" indent="-171450">
              <a:buFontTx/>
              <a:buChar char="-"/>
            </a:pPr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Riesgos Laborales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- 9999</a:t>
            </a:r>
          </a:p>
          <a:p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Presencia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- 8888</a:t>
            </a:r>
          </a:p>
          <a:p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Tienda Online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- 99000</a:t>
            </a:r>
          </a:p>
          <a:p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CuadroTexto 26">
            <a:extLst>
              <a:ext uri="{FF2B5EF4-FFF2-40B4-BE49-F238E27FC236}">
                <a16:creationId xmlns:a16="http://schemas.microsoft.com/office/drawing/2014/main" id="{5AA74451-AA6E-5877-B47D-0AA2FDA91701}"/>
              </a:ext>
            </a:extLst>
          </p:cNvPr>
          <p:cNvSpPr txBox="1"/>
          <p:nvPr/>
        </p:nvSpPr>
        <p:spPr>
          <a:xfrm>
            <a:off x="7548697" y="3383079"/>
            <a:ext cx="1620017" cy="1844539"/>
          </a:xfrm>
          <a:prstGeom prst="rect">
            <a:avLst/>
          </a:prstGeom>
          <a:solidFill>
            <a:srgbClr val="081544"/>
          </a:solidFill>
        </p:spPr>
        <p:txBody>
          <a:bodyPr wrap="square" lIns="396000" tIns="36000" rtlCol="0">
            <a:spAutoFit/>
          </a:bodyPr>
          <a:lstStyle/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Tramitaciones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- 99999</a:t>
            </a:r>
          </a:p>
          <a:p>
            <a:pPr marL="171450" indent="-171450">
              <a:buFontTx/>
              <a:buChar char="-"/>
            </a:pPr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Riesgos Laborales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- 9999</a:t>
            </a:r>
          </a:p>
          <a:p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Presencia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- 8888</a:t>
            </a:r>
          </a:p>
          <a:p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0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Tienda Online</a:t>
            </a:r>
          </a:p>
          <a:p>
            <a:r>
              <a:rPr lang="es-ES" sz="8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- 99000</a:t>
            </a:r>
          </a:p>
          <a:p>
            <a:endParaRPr lang="es-ES" sz="1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Rectángulo: esquinas redondeadas 27">
            <a:extLst>
              <a:ext uri="{FF2B5EF4-FFF2-40B4-BE49-F238E27FC236}">
                <a16:creationId xmlns:a16="http://schemas.microsoft.com/office/drawing/2014/main" id="{D213033A-9875-D764-3181-F8BD9A0549EB}"/>
              </a:ext>
            </a:extLst>
          </p:cNvPr>
          <p:cNvSpPr/>
          <p:nvPr/>
        </p:nvSpPr>
        <p:spPr>
          <a:xfrm>
            <a:off x="6213777" y="2826331"/>
            <a:ext cx="5757843" cy="2282997"/>
          </a:xfrm>
          <a:prstGeom prst="round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0" name="Imagen 29" descr="Imagen que contiene tarjeta de presentación&#10;&#10;El contenido generado por IA puede ser incorrecto.">
            <a:extLst>
              <a:ext uri="{FF2B5EF4-FFF2-40B4-BE49-F238E27FC236}">
                <a16:creationId xmlns:a16="http://schemas.microsoft.com/office/drawing/2014/main" id="{3A4BC59A-5169-994B-BCED-3FE499C78F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6307" y="3184580"/>
            <a:ext cx="706115" cy="442292"/>
          </a:xfrm>
          <a:prstGeom prst="rect">
            <a:avLst/>
          </a:prstGeom>
        </p:spPr>
      </p:pic>
      <p:pic>
        <p:nvPicPr>
          <p:cNvPr id="32" name="Imagen 31" descr="Imagen que contiene Diagrama&#10;&#10;El contenido generado por IA puede ser incorrecto.">
            <a:extLst>
              <a:ext uri="{FF2B5EF4-FFF2-40B4-BE49-F238E27FC236}">
                <a16:creationId xmlns:a16="http://schemas.microsoft.com/office/drawing/2014/main" id="{716BC57C-7315-189F-1FF2-686417B03DA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0020"/>
          <a:stretch>
            <a:fillRect/>
          </a:stretch>
        </p:blipFill>
        <p:spPr>
          <a:xfrm>
            <a:off x="10936307" y="3762910"/>
            <a:ext cx="898058" cy="425088"/>
          </a:xfrm>
          <a:prstGeom prst="rect">
            <a:avLst/>
          </a:prstGeom>
        </p:spPr>
      </p:pic>
      <p:pic>
        <p:nvPicPr>
          <p:cNvPr id="34" name="Imagen 33" descr="Imagen que contiene circuito&#10;&#10;El contenido generado por IA puede ser incorrecto.">
            <a:extLst>
              <a:ext uri="{FF2B5EF4-FFF2-40B4-BE49-F238E27FC236}">
                <a16:creationId xmlns:a16="http://schemas.microsoft.com/office/drawing/2014/main" id="{697D75AD-0FEA-A2D5-5B96-D1B3494454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45933" y="4324045"/>
            <a:ext cx="912057" cy="425088"/>
          </a:xfrm>
          <a:prstGeom prst="rect">
            <a:avLst/>
          </a:prstGeom>
        </p:spPr>
      </p:pic>
      <p:sp>
        <p:nvSpPr>
          <p:cNvPr id="35" name="Flecha: a la derecha 34">
            <a:extLst>
              <a:ext uri="{FF2B5EF4-FFF2-40B4-BE49-F238E27FC236}">
                <a16:creationId xmlns:a16="http://schemas.microsoft.com/office/drawing/2014/main" id="{CB5C6D5E-DDD9-F470-0CAE-67B0181AC382}"/>
              </a:ext>
            </a:extLst>
          </p:cNvPr>
          <p:cNvSpPr/>
          <p:nvPr/>
        </p:nvSpPr>
        <p:spPr>
          <a:xfrm>
            <a:off x="5552332" y="3516062"/>
            <a:ext cx="699097" cy="34260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B27A32E3-40F2-1B7F-F4F9-20C388645B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145" y="2553306"/>
            <a:ext cx="5968501" cy="4999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886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E7941-79D4-DDC0-23E8-3F14DC385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373316E8-C44B-636A-2D94-557D67C425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2" y="410536"/>
            <a:ext cx="5106831" cy="4265159"/>
          </a:xfrm>
          <a:prstGeom prst="rect">
            <a:avLst/>
          </a:prstGeom>
        </p:spPr>
      </p:pic>
      <p:sp>
        <p:nvSpPr>
          <p:cNvPr id="35" name="Flecha: a la derecha 34">
            <a:extLst>
              <a:ext uri="{FF2B5EF4-FFF2-40B4-BE49-F238E27FC236}">
                <a16:creationId xmlns:a16="http://schemas.microsoft.com/office/drawing/2014/main" id="{FEDBE0F7-E712-5C3D-FDE5-5EFA9770E364}"/>
              </a:ext>
            </a:extLst>
          </p:cNvPr>
          <p:cNvSpPr/>
          <p:nvPr/>
        </p:nvSpPr>
        <p:spPr>
          <a:xfrm>
            <a:off x="5552332" y="3516062"/>
            <a:ext cx="699097" cy="34260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2" name="Imagen 1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0FE52ED2-F274-0FEB-0B59-2370B709E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8450" y="410536"/>
            <a:ext cx="5106832" cy="4265160"/>
          </a:xfrm>
          <a:prstGeom prst="rect">
            <a:avLst/>
          </a:prstGeom>
        </p:spPr>
      </p:pic>
      <p:pic>
        <p:nvPicPr>
          <p:cNvPr id="3" name="Imagen 2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E42A9AD9-BC87-8028-757D-3EFD129023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08" t="74593" r="48368" b="635"/>
          <a:stretch>
            <a:fillRect/>
          </a:stretch>
        </p:blipFill>
        <p:spPr>
          <a:xfrm>
            <a:off x="9162854" y="2578066"/>
            <a:ext cx="2312191" cy="952506"/>
          </a:xfrm>
          <a:prstGeom prst="rect">
            <a:avLst/>
          </a:prstGeom>
        </p:spPr>
      </p:pic>
      <p:pic>
        <p:nvPicPr>
          <p:cNvPr id="4" name="Imagen 3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48FD93C8-6D04-E57D-9D4D-86D008B7AE0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409" t="73172"/>
          <a:stretch>
            <a:fillRect/>
          </a:stretch>
        </p:blipFill>
        <p:spPr>
          <a:xfrm>
            <a:off x="6596490" y="3531444"/>
            <a:ext cx="2379343" cy="1144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9642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C9DFD-D093-6ECA-AB61-2E788E9BA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 descr="Interfaz de usuario gráfica, Sitio web&#10;&#10;El contenido generado por IA puede ser incorrecto.">
            <a:extLst>
              <a:ext uri="{FF2B5EF4-FFF2-40B4-BE49-F238E27FC236}">
                <a16:creationId xmlns:a16="http://schemas.microsoft.com/office/drawing/2014/main" id="{B3CA106F-C366-681A-B1B0-6BF26E76B2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023" y="768754"/>
            <a:ext cx="5343859" cy="4463122"/>
          </a:xfrm>
          <a:prstGeom prst="rect">
            <a:avLst/>
          </a:prstGeom>
        </p:spPr>
      </p:pic>
      <p:sp>
        <p:nvSpPr>
          <p:cNvPr id="35" name="Flecha: a la derecha 34">
            <a:extLst>
              <a:ext uri="{FF2B5EF4-FFF2-40B4-BE49-F238E27FC236}">
                <a16:creationId xmlns:a16="http://schemas.microsoft.com/office/drawing/2014/main" id="{022AF638-D614-B5BD-B823-C9DA9F56CD47}"/>
              </a:ext>
            </a:extLst>
          </p:cNvPr>
          <p:cNvSpPr/>
          <p:nvPr/>
        </p:nvSpPr>
        <p:spPr>
          <a:xfrm>
            <a:off x="5790023" y="2822592"/>
            <a:ext cx="699097" cy="342608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36" name="Imagen 35">
            <a:extLst>
              <a:ext uri="{FF2B5EF4-FFF2-40B4-BE49-F238E27FC236}">
                <a16:creationId xmlns:a16="http://schemas.microsoft.com/office/drawing/2014/main" id="{89767431-DA09-4691-7C24-8C98E6E1C8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7554" y="755917"/>
            <a:ext cx="5343859" cy="4475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264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3042DDF9-DD82-346E-F6F2-CC673FE62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5579" y="920699"/>
            <a:ext cx="6790659" cy="1851998"/>
          </a:xfrm>
          <a:prstGeom prst="rect">
            <a:avLst/>
          </a:prstGeom>
        </p:spPr>
      </p:pic>
      <p:pic>
        <p:nvPicPr>
          <p:cNvPr id="6" name="Imagen 5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BCCFD129-383E-8420-3EF9-7CE1CC24EE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5579" y="4085304"/>
            <a:ext cx="6790659" cy="1851998"/>
          </a:xfrm>
          <a:prstGeom prst="rect">
            <a:avLst/>
          </a:prstGeom>
        </p:spPr>
      </p:pic>
      <p:pic>
        <p:nvPicPr>
          <p:cNvPr id="9" name="Imagen 8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EEFF92B0-1076-2CCA-3E92-0B3C85267A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17" t="28155" r="49387"/>
          <a:stretch>
            <a:fillRect/>
          </a:stretch>
        </p:blipFill>
        <p:spPr>
          <a:xfrm>
            <a:off x="6822670" y="4606726"/>
            <a:ext cx="3313568" cy="1330575"/>
          </a:xfrm>
          <a:prstGeom prst="rect">
            <a:avLst/>
          </a:prstGeom>
        </p:spPr>
      </p:pic>
      <p:pic>
        <p:nvPicPr>
          <p:cNvPr id="10" name="Imagen 9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A7AD89C7-2771-EAAD-035F-C40C8DEB65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548" r="51253" b="82860"/>
          <a:stretch>
            <a:fillRect/>
          </a:stretch>
        </p:blipFill>
        <p:spPr>
          <a:xfrm>
            <a:off x="6707711" y="4085303"/>
            <a:ext cx="3313567" cy="521422"/>
          </a:xfrm>
          <a:prstGeom prst="rect">
            <a:avLst/>
          </a:prstGeom>
        </p:spPr>
      </p:pic>
      <p:sp>
        <p:nvSpPr>
          <p:cNvPr id="11" name="Flecha: hacia abajo 10">
            <a:extLst>
              <a:ext uri="{FF2B5EF4-FFF2-40B4-BE49-F238E27FC236}">
                <a16:creationId xmlns:a16="http://schemas.microsoft.com/office/drawing/2014/main" id="{120673D4-D1EB-AE2D-ED96-84ED4BB8CC85}"/>
              </a:ext>
            </a:extLst>
          </p:cNvPr>
          <p:cNvSpPr/>
          <p:nvPr/>
        </p:nvSpPr>
        <p:spPr>
          <a:xfrm>
            <a:off x="6364586" y="2869949"/>
            <a:ext cx="715224" cy="1032095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2" name="Imagen 11" descr="Captura de pantalla de un celular&#10;&#10;El contenido generado por IA puede ser incorrecto.">
            <a:extLst>
              <a:ext uri="{FF2B5EF4-FFF2-40B4-BE49-F238E27FC236}">
                <a16:creationId xmlns:a16="http://schemas.microsoft.com/office/drawing/2014/main" id="{931344C3-B0FE-716E-9502-EBF1B2D25A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776" t="8803" r="34091" b="78097"/>
          <a:stretch>
            <a:fillRect/>
          </a:stretch>
        </p:blipFill>
        <p:spPr>
          <a:xfrm>
            <a:off x="3435165" y="4110624"/>
            <a:ext cx="865231" cy="235390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818BA569-E5FA-ED8B-6893-02690C7181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59" t="52994" r="72960" b="17190"/>
          <a:stretch>
            <a:fillRect/>
          </a:stretch>
        </p:blipFill>
        <p:spPr>
          <a:xfrm>
            <a:off x="3549250" y="4718761"/>
            <a:ext cx="1066917" cy="1106504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C2D8C62D-13BA-EF29-DB1F-906DD47E35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5046" t="3372" r="3539" b="91166"/>
          <a:stretch>
            <a:fillRect/>
          </a:stretch>
        </p:blipFill>
        <p:spPr>
          <a:xfrm>
            <a:off x="4616167" y="4718761"/>
            <a:ext cx="1678794" cy="1021136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E17DAE72-C888-DBC6-B279-A0D5E241160F}"/>
              </a:ext>
            </a:extLst>
          </p:cNvPr>
          <p:cNvSpPr txBox="1"/>
          <p:nvPr/>
        </p:nvSpPr>
        <p:spPr>
          <a:xfrm>
            <a:off x="6876890" y="4719733"/>
            <a:ext cx="2587293" cy="215444"/>
          </a:xfrm>
          <a:prstGeom prst="rect">
            <a:avLst/>
          </a:prstGeom>
          <a:solidFill>
            <a:srgbClr val="081544"/>
          </a:solidFill>
        </p:spPr>
        <p:txBody>
          <a:bodyPr wrap="square" rtlCol="0">
            <a:spAutoFit/>
          </a:bodyPr>
          <a:lstStyle/>
          <a:p>
            <a:r>
              <a:rPr lang="es-ES" sz="800" b="1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Actividades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F676A6D-5854-A901-76D3-D22191D6FC17}"/>
              </a:ext>
            </a:extLst>
          </p:cNvPr>
          <p:cNvSpPr txBox="1"/>
          <p:nvPr/>
        </p:nvSpPr>
        <p:spPr>
          <a:xfrm>
            <a:off x="3689880" y="4959344"/>
            <a:ext cx="1737616" cy="836571"/>
          </a:xfrm>
          <a:prstGeom prst="rect">
            <a:avLst/>
          </a:prstGeom>
          <a:solidFill>
            <a:srgbClr val="081544"/>
          </a:solidFill>
        </p:spPr>
        <p:txBody>
          <a:bodyPr wrap="square" lIns="396000" tIns="36000" rtlCol="0">
            <a:spAutoFit/>
          </a:bodyPr>
          <a:lstStyle/>
          <a:p>
            <a:r>
              <a:rPr lang="es-ES" sz="7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Tramitaciones</a:t>
            </a:r>
            <a:endParaRPr lang="es-ES" sz="5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>
              <a:buFontTx/>
              <a:buChar char="-"/>
            </a:pPr>
            <a:endParaRPr lang="es-ES" sz="7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7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Riesgos Laborales</a:t>
            </a:r>
            <a:endParaRPr lang="es-ES" sz="5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7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7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Presencia</a:t>
            </a:r>
            <a:endParaRPr lang="es-ES" sz="5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7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7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Tienda Online</a:t>
            </a:r>
            <a:endParaRPr lang="es-ES" sz="5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45162485-985D-B7B2-CA7B-3BA6F70E02A6}"/>
              </a:ext>
            </a:extLst>
          </p:cNvPr>
          <p:cNvSpPr txBox="1"/>
          <p:nvPr/>
        </p:nvSpPr>
        <p:spPr>
          <a:xfrm>
            <a:off x="8763047" y="4810445"/>
            <a:ext cx="1037163" cy="475478"/>
          </a:xfrm>
          <a:prstGeom prst="rect">
            <a:avLst/>
          </a:prstGeom>
          <a:solidFill>
            <a:srgbClr val="081544"/>
          </a:solidFill>
        </p:spPr>
        <p:txBody>
          <a:bodyPr wrap="square" tIns="180000" bIns="108000" rtlCol="0">
            <a:spAutoFit/>
          </a:bodyPr>
          <a:lstStyle/>
          <a:p>
            <a:endParaRPr lang="es-ES" sz="1200" b="1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5135BB85-3E7C-01E2-8B60-49E35DC94805}"/>
              </a:ext>
            </a:extLst>
          </p:cNvPr>
          <p:cNvSpPr txBox="1"/>
          <p:nvPr/>
        </p:nvSpPr>
        <p:spPr>
          <a:xfrm>
            <a:off x="6875982" y="4935177"/>
            <a:ext cx="1905019" cy="836571"/>
          </a:xfrm>
          <a:prstGeom prst="rect">
            <a:avLst/>
          </a:prstGeom>
          <a:solidFill>
            <a:srgbClr val="081544"/>
          </a:solidFill>
        </p:spPr>
        <p:txBody>
          <a:bodyPr wrap="square" tIns="36000" rtlCol="0">
            <a:spAutoFit/>
          </a:bodyPr>
          <a:lstStyle/>
          <a:p>
            <a:r>
              <a:rPr lang="es-ES" sz="7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Campaña tarjeta comercio</a:t>
            </a:r>
          </a:p>
          <a:p>
            <a:endParaRPr lang="es-ES" sz="7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7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7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Degustación gastronómica</a:t>
            </a:r>
          </a:p>
          <a:p>
            <a:endParaRPr lang="es-ES" sz="7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ES" sz="7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700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Sorteos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65B87BEF-DC61-43E7-02A4-F79936A8B4CD}"/>
              </a:ext>
            </a:extLst>
          </p:cNvPr>
          <p:cNvSpPr txBox="1"/>
          <p:nvPr/>
        </p:nvSpPr>
        <p:spPr>
          <a:xfrm>
            <a:off x="8781001" y="5159899"/>
            <a:ext cx="1037163" cy="475478"/>
          </a:xfrm>
          <a:prstGeom prst="rect">
            <a:avLst/>
          </a:prstGeom>
          <a:solidFill>
            <a:srgbClr val="081544"/>
          </a:solidFill>
        </p:spPr>
        <p:txBody>
          <a:bodyPr wrap="square" tIns="180000" bIns="108000" rtlCol="0">
            <a:spAutoFit/>
          </a:bodyPr>
          <a:lstStyle/>
          <a:p>
            <a:endParaRPr lang="es-ES" sz="1200" b="1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37840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7672F-710F-1E21-724D-D08FA56E4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C1B0D2B2-1A8B-90B7-6515-CD85851718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650" y="298905"/>
            <a:ext cx="10172700" cy="1914525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1D21EA0D-0788-44E4-4EA4-4686668B90F7}"/>
              </a:ext>
            </a:extLst>
          </p:cNvPr>
          <p:cNvSpPr txBox="1"/>
          <p:nvPr/>
        </p:nvSpPr>
        <p:spPr>
          <a:xfrm>
            <a:off x="1158843" y="3074910"/>
            <a:ext cx="2470292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600" dirty="0"/>
              <a:t>Servicios</a:t>
            </a:r>
          </a:p>
          <a:p>
            <a:endParaRPr lang="es-ES" sz="1600" dirty="0"/>
          </a:p>
          <a:p>
            <a:pPr lvl="2"/>
            <a:r>
              <a:rPr lang="es-ES" sz="1400" dirty="0"/>
              <a:t>Formación</a:t>
            </a:r>
          </a:p>
          <a:p>
            <a:pPr lvl="2"/>
            <a:endParaRPr lang="es-ES" sz="1400" dirty="0"/>
          </a:p>
          <a:p>
            <a:pPr lvl="2"/>
            <a:r>
              <a:rPr lang="es-ES" sz="1400" dirty="0"/>
              <a:t>Asesoramiento</a:t>
            </a:r>
          </a:p>
          <a:p>
            <a:pPr lvl="2"/>
            <a:endParaRPr lang="es-ES" sz="1400" dirty="0"/>
          </a:p>
          <a:p>
            <a:pPr lvl="2"/>
            <a:r>
              <a:rPr lang="es-ES" sz="1400" dirty="0"/>
              <a:t>Tramitaciones</a:t>
            </a:r>
          </a:p>
          <a:p>
            <a:pPr lvl="2"/>
            <a:endParaRPr lang="es-ES" sz="1400" dirty="0"/>
          </a:p>
          <a:p>
            <a:pPr lvl="2"/>
            <a:r>
              <a:rPr lang="es-ES" sz="1400" dirty="0"/>
              <a:t>Riesgos laborales</a:t>
            </a:r>
          </a:p>
          <a:p>
            <a:pPr lvl="2"/>
            <a:endParaRPr lang="es-ES" sz="1400" dirty="0"/>
          </a:p>
          <a:p>
            <a:pPr lvl="2"/>
            <a:r>
              <a:rPr lang="es-ES" sz="1400" dirty="0"/>
              <a:t>Presencia</a:t>
            </a:r>
          </a:p>
          <a:p>
            <a:endParaRPr lang="es-ES" sz="16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15903BD-0F63-0A05-929F-D7E7223FBAC0}"/>
              </a:ext>
            </a:extLst>
          </p:cNvPr>
          <p:cNvSpPr txBox="1"/>
          <p:nvPr/>
        </p:nvSpPr>
        <p:spPr>
          <a:xfrm>
            <a:off x="6263489" y="3074909"/>
            <a:ext cx="4112985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600" dirty="0"/>
              <a:t>Actividades</a:t>
            </a:r>
          </a:p>
          <a:p>
            <a:endParaRPr lang="es-ES" sz="1600" dirty="0"/>
          </a:p>
          <a:p>
            <a:pPr lvl="4"/>
            <a:r>
              <a:rPr lang="es-ES" sz="1400" dirty="0"/>
              <a:t>Campaña tarjeta comercio</a:t>
            </a:r>
          </a:p>
          <a:p>
            <a:pPr lvl="4"/>
            <a:endParaRPr lang="es-ES" sz="1400" dirty="0"/>
          </a:p>
          <a:p>
            <a:pPr lvl="4"/>
            <a:endParaRPr lang="es-ES" sz="1400" dirty="0"/>
          </a:p>
          <a:p>
            <a:pPr lvl="4"/>
            <a:r>
              <a:rPr lang="es-ES" sz="1400" dirty="0"/>
              <a:t>Degustación gastronómica</a:t>
            </a:r>
          </a:p>
          <a:p>
            <a:pPr lvl="4"/>
            <a:endParaRPr lang="es-ES" sz="1400" dirty="0"/>
          </a:p>
          <a:p>
            <a:pPr lvl="4"/>
            <a:endParaRPr lang="es-ES" sz="1400" dirty="0"/>
          </a:p>
          <a:p>
            <a:pPr lvl="4"/>
            <a:r>
              <a:rPr lang="es-ES" sz="1400" dirty="0"/>
              <a:t>Sorteos</a:t>
            </a:r>
          </a:p>
          <a:p>
            <a:pPr lvl="1"/>
            <a:endParaRPr lang="es-ES" sz="1400" dirty="0"/>
          </a:p>
          <a:p>
            <a:endParaRPr lang="es-ES" sz="1600" dirty="0"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F899E482-784D-D586-8F4B-542C53A49AB0}"/>
              </a:ext>
            </a:extLst>
          </p:cNvPr>
          <p:cNvSpPr/>
          <p:nvPr/>
        </p:nvSpPr>
        <p:spPr>
          <a:xfrm>
            <a:off x="1009650" y="2888055"/>
            <a:ext cx="5086350" cy="30872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BD97BB04-40ED-146B-F910-70F5BF269310}"/>
              </a:ext>
            </a:extLst>
          </p:cNvPr>
          <p:cNvSpPr/>
          <p:nvPr/>
        </p:nvSpPr>
        <p:spPr>
          <a:xfrm>
            <a:off x="6263489" y="2893839"/>
            <a:ext cx="5086350" cy="308723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21" name="Gráfico 20" descr="África con relleno sólido">
            <a:extLst>
              <a:ext uri="{FF2B5EF4-FFF2-40B4-BE49-F238E27FC236}">
                <a16:creationId xmlns:a16="http://schemas.microsoft.com/office/drawing/2014/main" id="{1304E436-3ED3-7C87-BD34-72E140BFF6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49580" y="3496077"/>
            <a:ext cx="442182" cy="442182"/>
          </a:xfrm>
          <a:prstGeom prst="rect">
            <a:avLst/>
          </a:prstGeom>
        </p:spPr>
      </p:pic>
      <p:pic>
        <p:nvPicPr>
          <p:cNvPr id="24" name="Gráfico 23" descr="África con relleno sólido">
            <a:extLst>
              <a:ext uri="{FF2B5EF4-FFF2-40B4-BE49-F238E27FC236}">
                <a16:creationId xmlns:a16="http://schemas.microsoft.com/office/drawing/2014/main" id="{42029C59-F291-824E-E577-0C785B46A2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6740" y="3938259"/>
            <a:ext cx="442182" cy="442182"/>
          </a:xfrm>
          <a:prstGeom prst="rect">
            <a:avLst/>
          </a:prstGeom>
        </p:spPr>
      </p:pic>
      <p:pic>
        <p:nvPicPr>
          <p:cNvPr id="25" name="Gráfico 24" descr="África con relleno sólido">
            <a:extLst>
              <a:ext uri="{FF2B5EF4-FFF2-40B4-BE49-F238E27FC236}">
                <a16:creationId xmlns:a16="http://schemas.microsoft.com/office/drawing/2014/main" id="{A076DA07-D205-0258-9FB7-8796384CEB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63878" y="4361998"/>
            <a:ext cx="442182" cy="442182"/>
          </a:xfrm>
          <a:prstGeom prst="rect">
            <a:avLst/>
          </a:prstGeom>
        </p:spPr>
      </p:pic>
      <p:pic>
        <p:nvPicPr>
          <p:cNvPr id="26" name="Gráfico 25" descr="África con relleno sólido">
            <a:extLst>
              <a:ext uri="{FF2B5EF4-FFF2-40B4-BE49-F238E27FC236}">
                <a16:creationId xmlns:a16="http://schemas.microsoft.com/office/drawing/2014/main" id="{420C1575-CD42-3C46-6F43-EC6CB0D9AA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49580" y="4752167"/>
            <a:ext cx="442182" cy="442182"/>
          </a:xfrm>
          <a:prstGeom prst="rect">
            <a:avLst/>
          </a:prstGeom>
        </p:spPr>
      </p:pic>
      <p:pic>
        <p:nvPicPr>
          <p:cNvPr id="27" name="Gráfico 26" descr="África con relleno sólido">
            <a:extLst>
              <a:ext uri="{FF2B5EF4-FFF2-40B4-BE49-F238E27FC236}">
                <a16:creationId xmlns:a16="http://schemas.microsoft.com/office/drawing/2014/main" id="{06EC2834-5DC1-8BED-BDE2-E5F8B6D9D6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03900" y="5233639"/>
            <a:ext cx="442182" cy="442182"/>
          </a:xfrm>
          <a:prstGeom prst="rect">
            <a:avLst/>
          </a:prstGeom>
        </p:spPr>
      </p:pic>
      <p:pic>
        <p:nvPicPr>
          <p:cNvPr id="28" name="Imagen 27" descr="Imagen que contiene tarjeta de presentación&#10;&#10;El contenido generado por IA puede ser incorrecto.">
            <a:extLst>
              <a:ext uri="{FF2B5EF4-FFF2-40B4-BE49-F238E27FC236}">
                <a16:creationId xmlns:a16="http://schemas.microsoft.com/office/drawing/2014/main" id="{53CDA7F2-13AB-1A05-DFE9-C604624219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707" y="3429000"/>
            <a:ext cx="1017808" cy="637528"/>
          </a:xfrm>
          <a:prstGeom prst="rect">
            <a:avLst/>
          </a:prstGeom>
        </p:spPr>
      </p:pic>
      <p:pic>
        <p:nvPicPr>
          <p:cNvPr id="29" name="Imagen 28" descr="Imagen que contiene tarjeta de presentación&#10;&#10;El contenido generado por IA puede ser incorrecto.">
            <a:extLst>
              <a:ext uri="{FF2B5EF4-FFF2-40B4-BE49-F238E27FC236}">
                <a16:creationId xmlns:a16="http://schemas.microsoft.com/office/drawing/2014/main" id="{A63CEE07-E3F6-8D4B-2F52-5E882A062F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707" y="4828244"/>
            <a:ext cx="1017808" cy="637528"/>
          </a:xfrm>
          <a:prstGeom prst="rect">
            <a:avLst/>
          </a:prstGeom>
        </p:spPr>
      </p:pic>
      <p:pic>
        <p:nvPicPr>
          <p:cNvPr id="30" name="Imagen 29" descr="Imagen que contiene tarjeta de presentación&#10;&#10;El contenido generado por IA puede ser incorrecto.">
            <a:extLst>
              <a:ext uri="{FF2B5EF4-FFF2-40B4-BE49-F238E27FC236}">
                <a16:creationId xmlns:a16="http://schemas.microsoft.com/office/drawing/2014/main" id="{9A11E3D9-5A60-0E56-312D-80A07B369D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707" y="4128622"/>
            <a:ext cx="1017808" cy="637528"/>
          </a:xfrm>
          <a:prstGeom prst="rect">
            <a:avLst/>
          </a:prstGeom>
        </p:spPr>
      </p:pic>
      <p:sp>
        <p:nvSpPr>
          <p:cNvPr id="32" name="Rectángulo: esquinas redondeadas 31">
            <a:extLst>
              <a:ext uri="{FF2B5EF4-FFF2-40B4-BE49-F238E27FC236}">
                <a16:creationId xmlns:a16="http://schemas.microsoft.com/office/drawing/2014/main" id="{A59F699D-863E-9023-FF79-9582C87B38B4}"/>
              </a:ext>
            </a:extLst>
          </p:cNvPr>
          <p:cNvSpPr/>
          <p:nvPr/>
        </p:nvSpPr>
        <p:spPr>
          <a:xfrm>
            <a:off x="1549580" y="3587430"/>
            <a:ext cx="4244638" cy="32066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3" name="Rectángulo: esquinas redondeadas 32">
            <a:extLst>
              <a:ext uri="{FF2B5EF4-FFF2-40B4-BE49-F238E27FC236}">
                <a16:creationId xmlns:a16="http://schemas.microsoft.com/office/drawing/2014/main" id="{BDA68CF1-F4E5-2118-92E6-4342F6C5202A}"/>
              </a:ext>
            </a:extLst>
          </p:cNvPr>
          <p:cNvSpPr/>
          <p:nvPr/>
        </p:nvSpPr>
        <p:spPr>
          <a:xfrm>
            <a:off x="1603900" y="5308787"/>
            <a:ext cx="4217478" cy="32066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4" name="Rectángulo: esquinas redondeadas 33">
            <a:extLst>
              <a:ext uri="{FF2B5EF4-FFF2-40B4-BE49-F238E27FC236}">
                <a16:creationId xmlns:a16="http://schemas.microsoft.com/office/drawing/2014/main" id="{19A7ACA8-E95D-7B92-D404-58A69A9F7411}"/>
              </a:ext>
            </a:extLst>
          </p:cNvPr>
          <p:cNvSpPr/>
          <p:nvPr/>
        </p:nvSpPr>
        <p:spPr>
          <a:xfrm>
            <a:off x="1603900" y="4431286"/>
            <a:ext cx="4190318" cy="32066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5" name="Rectángulo: esquinas redondeadas 34">
            <a:extLst>
              <a:ext uri="{FF2B5EF4-FFF2-40B4-BE49-F238E27FC236}">
                <a16:creationId xmlns:a16="http://schemas.microsoft.com/office/drawing/2014/main" id="{BA2555EE-60F7-4FAA-4C5E-53707F1DE870}"/>
              </a:ext>
            </a:extLst>
          </p:cNvPr>
          <p:cNvSpPr/>
          <p:nvPr/>
        </p:nvSpPr>
        <p:spPr>
          <a:xfrm>
            <a:off x="1603900" y="4853214"/>
            <a:ext cx="4190318" cy="32066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6" name="Rectángulo: esquinas redondeadas 35">
            <a:extLst>
              <a:ext uri="{FF2B5EF4-FFF2-40B4-BE49-F238E27FC236}">
                <a16:creationId xmlns:a16="http://schemas.microsoft.com/office/drawing/2014/main" id="{5DBA25FD-365B-DF20-BE0B-736AF50227FE}"/>
              </a:ext>
            </a:extLst>
          </p:cNvPr>
          <p:cNvSpPr/>
          <p:nvPr/>
        </p:nvSpPr>
        <p:spPr>
          <a:xfrm>
            <a:off x="1549580" y="4019938"/>
            <a:ext cx="4271798" cy="320667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7" name="Rectángulo: esquinas redondeadas 36">
            <a:extLst>
              <a:ext uri="{FF2B5EF4-FFF2-40B4-BE49-F238E27FC236}">
                <a16:creationId xmlns:a16="http://schemas.microsoft.com/office/drawing/2014/main" id="{C9D6BA8F-2709-34E8-7D12-DA926E074A04}"/>
              </a:ext>
            </a:extLst>
          </p:cNvPr>
          <p:cNvSpPr/>
          <p:nvPr/>
        </p:nvSpPr>
        <p:spPr>
          <a:xfrm>
            <a:off x="6781046" y="3429000"/>
            <a:ext cx="4112985" cy="63752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8" name="Rectángulo: esquinas redondeadas 37">
            <a:extLst>
              <a:ext uri="{FF2B5EF4-FFF2-40B4-BE49-F238E27FC236}">
                <a16:creationId xmlns:a16="http://schemas.microsoft.com/office/drawing/2014/main" id="{670891FC-312F-E51F-F63C-F8E31588EB5D}"/>
              </a:ext>
            </a:extLst>
          </p:cNvPr>
          <p:cNvSpPr/>
          <p:nvPr/>
        </p:nvSpPr>
        <p:spPr>
          <a:xfrm>
            <a:off x="6781046" y="4147577"/>
            <a:ext cx="4112985" cy="63752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9" name="Rectángulo: esquinas redondeadas 38">
            <a:extLst>
              <a:ext uri="{FF2B5EF4-FFF2-40B4-BE49-F238E27FC236}">
                <a16:creationId xmlns:a16="http://schemas.microsoft.com/office/drawing/2014/main" id="{342EE262-5E2A-94BD-6F3D-86293A0A9D72}"/>
              </a:ext>
            </a:extLst>
          </p:cNvPr>
          <p:cNvSpPr/>
          <p:nvPr/>
        </p:nvSpPr>
        <p:spPr>
          <a:xfrm>
            <a:off x="6781046" y="4847199"/>
            <a:ext cx="4112985" cy="63752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Flecha: hacia abajo 39">
            <a:extLst>
              <a:ext uri="{FF2B5EF4-FFF2-40B4-BE49-F238E27FC236}">
                <a16:creationId xmlns:a16="http://schemas.microsoft.com/office/drawing/2014/main" id="{1CA13AB0-7BEC-2267-A6D2-9AA9CCFFFCB2}"/>
              </a:ext>
            </a:extLst>
          </p:cNvPr>
          <p:cNvSpPr/>
          <p:nvPr/>
        </p:nvSpPr>
        <p:spPr>
          <a:xfrm>
            <a:off x="6011501" y="2213430"/>
            <a:ext cx="416459" cy="509862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722432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702</TotalTime>
  <Words>63</Words>
  <Application>Microsoft Office PowerPoint</Application>
  <PresentationFormat>Panorámica</PresentationFormat>
  <Paragraphs>70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Arial Black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Guinea</dc:creator>
  <cp:lastModifiedBy>Luis Guinea</cp:lastModifiedBy>
  <cp:revision>1</cp:revision>
  <dcterms:created xsi:type="dcterms:W3CDTF">2026-02-20T06:28:56Z</dcterms:created>
  <dcterms:modified xsi:type="dcterms:W3CDTF">2026-02-21T10:52:48Z</dcterms:modified>
</cp:coreProperties>
</file>