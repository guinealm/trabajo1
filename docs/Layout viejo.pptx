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nea" userId="f040cd607ac8806d" providerId="LiveId" clId="{89890A16-D95C-48D1-8D5A-F39C0C2B1E7F}"/>
    <pc:docChg chg="modSld">
      <pc:chgData name="Luis Guinea" userId="f040cd607ac8806d" providerId="LiveId" clId="{89890A16-D95C-48D1-8D5A-F39C0C2B1E7F}" dt="2026-02-09T17:46:39.299" v="9" actId="1076"/>
      <pc:docMkLst>
        <pc:docMk/>
      </pc:docMkLst>
      <pc:sldChg chg="modSp mod">
        <pc:chgData name="Luis Guinea" userId="f040cd607ac8806d" providerId="LiveId" clId="{89890A16-D95C-48D1-8D5A-F39C0C2B1E7F}" dt="2026-02-09T17:46:39.299" v="9" actId="1076"/>
        <pc:sldMkLst>
          <pc:docMk/>
          <pc:sldMk cId="354950728" sldId="256"/>
        </pc:sldMkLst>
        <pc:spChg chg="mod">
          <ac:chgData name="Luis Guinea" userId="f040cd607ac8806d" providerId="LiveId" clId="{89890A16-D95C-48D1-8D5A-F39C0C2B1E7F}" dt="2026-02-09T17:46:35.325" v="8" actId="1076"/>
          <ac:spMkLst>
            <pc:docMk/>
            <pc:sldMk cId="354950728" sldId="256"/>
            <ac:spMk id="10" creationId="{03834ED0-ABAE-7F6B-328C-2DE6D9C3E744}"/>
          </ac:spMkLst>
        </pc:spChg>
        <pc:spChg chg="mod">
          <ac:chgData name="Luis Guinea" userId="f040cd607ac8806d" providerId="LiveId" clId="{89890A16-D95C-48D1-8D5A-F39C0C2B1E7F}" dt="2026-02-09T17:46:30.885" v="7" actId="1076"/>
          <ac:spMkLst>
            <pc:docMk/>
            <pc:sldMk cId="354950728" sldId="256"/>
            <ac:spMk id="17" creationId="{4C5F79C2-B998-6195-7BA1-C14375A43F52}"/>
          </ac:spMkLst>
        </pc:spChg>
        <pc:spChg chg="mod">
          <ac:chgData name="Luis Guinea" userId="f040cd607ac8806d" providerId="LiveId" clId="{89890A16-D95C-48D1-8D5A-F39C0C2B1E7F}" dt="2026-02-09T17:46:13.271" v="4" actId="1076"/>
          <ac:spMkLst>
            <pc:docMk/>
            <pc:sldMk cId="354950728" sldId="256"/>
            <ac:spMk id="18" creationId="{42AF5B5E-C125-7163-7AE1-40A7941BB337}"/>
          </ac:spMkLst>
        </pc:spChg>
        <pc:spChg chg="mod">
          <ac:chgData name="Luis Guinea" userId="f040cd607ac8806d" providerId="LiveId" clId="{89890A16-D95C-48D1-8D5A-F39C0C2B1E7F}" dt="2026-02-09T17:46:39.299" v="9" actId="1076"/>
          <ac:spMkLst>
            <pc:docMk/>
            <pc:sldMk cId="354950728" sldId="256"/>
            <ac:spMk id="19" creationId="{94B404DD-7941-B803-69F5-2A3ECD7373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1687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245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31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325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495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966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044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5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960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28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071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741C2-DA9A-4581-9E8F-99F620AF1431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9681A-5ECF-4FEB-A101-A8746B677A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93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8EEB2CC-64F2-4F81-E513-919C204E31C2}"/>
              </a:ext>
            </a:extLst>
          </p:cNvPr>
          <p:cNvSpPr txBox="1"/>
          <p:nvPr/>
        </p:nvSpPr>
        <p:spPr>
          <a:xfrm>
            <a:off x="622272" y="390177"/>
            <a:ext cx="5613455" cy="11773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sz="2800" dirty="0"/>
              <a:t>Cabecera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F05F26-182D-1997-9DAF-FF661C656A92}"/>
              </a:ext>
            </a:extLst>
          </p:cNvPr>
          <p:cNvSpPr txBox="1"/>
          <p:nvPr/>
        </p:nvSpPr>
        <p:spPr>
          <a:xfrm>
            <a:off x="622271" y="1567543"/>
            <a:ext cx="5613455" cy="6531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MENÚ DE NAVEGACIÓN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69979C-270F-0A43-9526-51AA5FA1B9D1}"/>
              </a:ext>
            </a:extLst>
          </p:cNvPr>
          <p:cNvSpPr txBox="1"/>
          <p:nvPr/>
        </p:nvSpPr>
        <p:spPr>
          <a:xfrm>
            <a:off x="622270" y="2220686"/>
            <a:ext cx="5613455" cy="324394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Imagen “</a:t>
            </a:r>
            <a:r>
              <a:rPr lang="es-ES" dirty="0" err="1"/>
              <a:t>hero</a:t>
            </a:r>
            <a:r>
              <a:rPr lang="es-ES" dirty="0"/>
              <a:t>” verosímil (</a:t>
            </a:r>
            <a:r>
              <a:rPr lang="es-ES" dirty="0" err="1"/>
              <a:t>placeholder</a:t>
            </a:r>
            <a:r>
              <a:rPr lang="es-ES" dirty="0"/>
              <a:t>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3834ED0-ABAE-7F6B-328C-2DE6D9C3E744}"/>
              </a:ext>
            </a:extLst>
          </p:cNvPr>
          <p:cNvSpPr txBox="1"/>
          <p:nvPr/>
        </p:nvSpPr>
        <p:spPr>
          <a:xfrm>
            <a:off x="5056415" y="9498333"/>
            <a:ext cx="1685496" cy="485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s-ES" sz="1400" dirty="0"/>
              <a:t>Información rápida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463DF1-F97C-2B94-5B89-C1252E634F29}"/>
              </a:ext>
            </a:extLst>
          </p:cNvPr>
          <p:cNvSpPr txBox="1"/>
          <p:nvPr/>
        </p:nvSpPr>
        <p:spPr>
          <a:xfrm>
            <a:off x="622270" y="5464630"/>
            <a:ext cx="3786444" cy="32684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B899B6E-3724-00A4-B7F9-BE698415FBFE}"/>
              </a:ext>
            </a:extLst>
          </p:cNvPr>
          <p:cNvSpPr txBox="1"/>
          <p:nvPr/>
        </p:nvSpPr>
        <p:spPr>
          <a:xfrm>
            <a:off x="622270" y="6117777"/>
            <a:ext cx="4259973" cy="65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4A3985-08F6-3F8D-092B-66905F3FC14C}"/>
              </a:ext>
            </a:extLst>
          </p:cNvPr>
          <p:cNvSpPr txBox="1"/>
          <p:nvPr/>
        </p:nvSpPr>
        <p:spPr>
          <a:xfrm>
            <a:off x="622270" y="6757311"/>
            <a:ext cx="4259973" cy="65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EE627B7-9EFA-85C7-402B-B706FEDCE4A5}"/>
              </a:ext>
            </a:extLst>
          </p:cNvPr>
          <p:cNvSpPr txBox="1"/>
          <p:nvPr/>
        </p:nvSpPr>
        <p:spPr>
          <a:xfrm>
            <a:off x="622270" y="7415893"/>
            <a:ext cx="4259973" cy="65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C26D63-29B1-02A7-1D7B-C88C7F8715C2}"/>
              </a:ext>
            </a:extLst>
          </p:cNvPr>
          <p:cNvSpPr txBox="1"/>
          <p:nvPr/>
        </p:nvSpPr>
        <p:spPr>
          <a:xfrm>
            <a:off x="622270" y="8074475"/>
            <a:ext cx="4259973" cy="6585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t" anchorCtr="0">
            <a:noAutofit/>
          </a:bodyPr>
          <a:lstStyle/>
          <a:p>
            <a:pPr algn="ctr"/>
            <a:r>
              <a:rPr lang="es-ES" dirty="0"/>
              <a:t>Noticia1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F40A5E2-3626-3B9A-0E37-C952E98E629C}"/>
              </a:ext>
            </a:extLst>
          </p:cNvPr>
          <p:cNvSpPr txBox="1"/>
          <p:nvPr/>
        </p:nvSpPr>
        <p:spPr>
          <a:xfrm>
            <a:off x="622271" y="8733057"/>
            <a:ext cx="3786444" cy="32439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QUE HACEMOS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5F79C2-B998-6195-7BA1-C14375A43F52}"/>
              </a:ext>
            </a:extLst>
          </p:cNvPr>
          <p:cNvSpPr txBox="1"/>
          <p:nvPr/>
        </p:nvSpPr>
        <p:spPr>
          <a:xfrm>
            <a:off x="5056415" y="9971314"/>
            <a:ext cx="1685496" cy="485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s-ES" sz="1400" dirty="0"/>
              <a:t>Oficina de la Asociación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AF5B5E-C125-7163-7AE1-40A7941BB337}"/>
              </a:ext>
            </a:extLst>
          </p:cNvPr>
          <p:cNvSpPr txBox="1"/>
          <p:nvPr/>
        </p:nvSpPr>
        <p:spPr>
          <a:xfrm>
            <a:off x="5056415" y="10457085"/>
            <a:ext cx="1685496" cy="485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pPr algn="ctr"/>
            <a:r>
              <a:rPr lang="es-ES" sz="1400" dirty="0"/>
              <a:t>Avisos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4B404DD-7941-B803-69F5-2A3ECD73738D}"/>
              </a:ext>
            </a:extLst>
          </p:cNvPr>
          <p:cNvSpPr/>
          <p:nvPr/>
        </p:nvSpPr>
        <p:spPr>
          <a:xfrm rot="2194639">
            <a:off x="4930660" y="10011825"/>
            <a:ext cx="19370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>
                        <a:alpha val="46000"/>
                      </a:schemeClr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69000">
                      <a:schemeClr val="accent4">
                        <a:lumMod val="20000"/>
                        <a:lumOff val="80000"/>
                        <a:alpha val="0"/>
                      </a:schemeClr>
                    </a:gs>
                  </a:gsLst>
                  <a:lin ang="5400000"/>
                </a:gradFill>
                <a:effectLst/>
              </a:rPr>
              <a:t>Flotante</a:t>
            </a:r>
          </a:p>
        </p:txBody>
      </p:sp>
    </p:spTree>
    <p:extLst>
      <p:ext uri="{BB962C8B-B14F-4D97-AF65-F5344CB8AC3E}">
        <p14:creationId xmlns:p14="http://schemas.microsoft.com/office/powerpoint/2010/main" val="354950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432F909-C2C5-77A8-A931-06A158F0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080" b="-1"/>
          <a:stretch>
            <a:fillRect/>
          </a:stretch>
        </p:blipFill>
        <p:spPr>
          <a:xfrm>
            <a:off x="8136993" y="5878287"/>
            <a:ext cx="5613455" cy="179954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FA9B160-9DB7-A914-20BD-470BAB0581CA}"/>
              </a:ext>
            </a:extLst>
          </p:cNvPr>
          <p:cNvSpPr txBox="1"/>
          <p:nvPr/>
        </p:nvSpPr>
        <p:spPr>
          <a:xfrm>
            <a:off x="426328" y="225871"/>
            <a:ext cx="3786444" cy="22397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COMERCIOS ASOCIADOS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3E642F9-9BA1-1931-1735-1080550D0821}"/>
              </a:ext>
            </a:extLst>
          </p:cNvPr>
          <p:cNvSpPr txBox="1"/>
          <p:nvPr/>
        </p:nvSpPr>
        <p:spPr>
          <a:xfrm>
            <a:off x="426328" y="2465614"/>
            <a:ext cx="3786444" cy="24193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EVENTOS Y AGENDA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F3AE72B-49AB-2566-9929-239D867D2657}"/>
              </a:ext>
            </a:extLst>
          </p:cNvPr>
          <p:cNvSpPr txBox="1"/>
          <p:nvPr/>
        </p:nvSpPr>
        <p:spPr>
          <a:xfrm>
            <a:off x="409999" y="4884971"/>
            <a:ext cx="3786444" cy="462914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FORMULARIO DE INSCRIPCION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7BCE6EC-400C-DA67-706B-B3AE76A1C5B3}"/>
              </a:ext>
            </a:extLst>
          </p:cNvPr>
          <p:cNvSpPr txBox="1"/>
          <p:nvPr/>
        </p:nvSpPr>
        <p:spPr>
          <a:xfrm>
            <a:off x="426328" y="9514114"/>
            <a:ext cx="3786444" cy="241935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noAutofit/>
          </a:bodyPr>
          <a:lstStyle/>
          <a:p>
            <a:r>
              <a:rPr lang="es-ES" dirty="0"/>
              <a:t>CONTACTO</a:t>
            </a:r>
          </a:p>
        </p:txBody>
      </p:sp>
    </p:spTree>
    <p:extLst>
      <p:ext uri="{BB962C8B-B14F-4D97-AF65-F5344CB8AC3E}">
        <p14:creationId xmlns:p14="http://schemas.microsoft.com/office/powerpoint/2010/main" val="2925095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36</Words>
  <Application>Microsoft Office PowerPoint</Application>
  <PresentationFormat>Panorámica</PresentationFormat>
  <Paragraphs>17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Guinea</dc:creator>
  <cp:lastModifiedBy>Luis Guinea</cp:lastModifiedBy>
  <cp:revision>1</cp:revision>
  <dcterms:created xsi:type="dcterms:W3CDTF">2026-02-09T17:06:59Z</dcterms:created>
  <dcterms:modified xsi:type="dcterms:W3CDTF">2026-02-09T17:46:44Z</dcterms:modified>
</cp:coreProperties>
</file>