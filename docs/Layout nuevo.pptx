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FFDD7-BE8D-4833-B072-2384FA0E347E}" v="17" dt="2026-02-09T18:07:06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35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nea" userId="f040cd607ac8806d" providerId="LiveId" clId="{89890A16-D95C-48D1-8D5A-F39C0C2B1E7F}"/>
    <pc:docChg chg="undo custSel modSld">
      <pc:chgData name="Luis Guinea" userId="f040cd607ac8806d" providerId="LiveId" clId="{89890A16-D95C-48D1-8D5A-F39C0C2B1E7F}" dt="2026-02-09T18:32:48.637" v="174" actId="1076"/>
      <pc:docMkLst>
        <pc:docMk/>
      </pc:docMkLst>
      <pc:sldChg chg="addSp delSp modSp mod">
        <pc:chgData name="Luis Guinea" userId="f040cd607ac8806d" providerId="LiveId" clId="{89890A16-D95C-48D1-8D5A-F39C0C2B1E7F}" dt="2026-02-09T18:32:48.637" v="174" actId="1076"/>
        <pc:sldMkLst>
          <pc:docMk/>
          <pc:sldMk cId="354950728" sldId="256"/>
        </pc:sldMkLst>
        <pc:spChg chg="mod">
          <ac:chgData name="Luis Guinea" userId="f040cd607ac8806d" providerId="LiveId" clId="{89890A16-D95C-48D1-8D5A-F39C0C2B1E7F}" dt="2026-02-09T17:52:20.195" v="1" actId="14100"/>
          <ac:spMkLst>
            <pc:docMk/>
            <pc:sldMk cId="354950728" sldId="256"/>
            <ac:spMk id="8" creationId="{3FF05F26-182D-1997-9DAF-FF661C656A92}"/>
          </ac:spMkLst>
        </pc:spChg>
        <pc:spChg chg="mod">
          <ac:chgData name="Luis Guinea" userId="f040cd607ac8806d" providerId="LiveId" clId="{89890A16-D95C-48D1-8D5A-F39C0C2B1E7F}" dt="2026-02-09T17:52:12.085" v="0" actId="14100"/>
          <ac:spMkLst>
            <pc:docMk/>
            <pc:sldMk cId="354950728" sldId="256"/>
            <ac:spMk id="9" creationId="{E969979C-270F-0A43-9526-51AA5FA1B9D1}"/>
          </ac:spMkLst>
        </pc:spChg>
        <pc:spChg chg="del mod">
          <ac:chgData name="Luis Guinea" userId="f040cd607ac8806d" providerId="LiveId" clId="{89890A16-D95C-48D1-8D5A-F39C0C2B1E7F}" dt="2026-02-09T18:02:29.461" v="115" actId="478"/>
          <ac:spMkLst>
            <pc:docMk/>
            <pc:sldMk cId="354950728" sldId="256"/>
            <ac:spMk id="10" creationId="{03834ED0-ABAE-7F6B-328C-2DE6D9C3E744}"/>
          </ac:spMkLst>
        </pc:spChg>
        <pc:spChg chg="mod">
          <ac:chgData name="Luis Guinea" userId="f040cd607ac8806d" providerId="LiveId" clId="{89890A16-D95C-48D1-8D5A-F39C0C2B1E7F}" dt="2026-02-09T17:53:12.314" v="13" actId="1076"/>
          <ac:spMkLst>
            <pc:docMk/>
            <pc:sldMk cId="354950728" sldId="256"/>
            <ac:spMk id="11" creationId="{EB463DF1-F97C-2B94-5B89-C1252E634F29}"/>
          </ac:spMkLst>
        </pc:spChg>
        <pc:spChg chg="mod">
          <ac:chgData name="Luis Guinea" userId="f040cd607ac8806d" providerId="LiveId" clId="{89890A16-D95C-48D1-8D5A-F39C0C2B1E7F}" dt="2026-02-09T17:52:56.879" v="7" actId="14100"/>
          <ac:spMkLst>
            <pc:docMk/>
            <pc:sldMk cId="354950728" sldId="256"/>
            <ac:spMk id="12" creationId="{6B899B6E-3724-00A4-B7F9-BE698415FBFE}"/>
          </ac:spMkLst>
        </pc:spChg>
        <pc:spChg chg="del">
          <ac:chgData name="Luis Guinea" userId="f040cd607ac8806d" providerId="LiveId" clId="{89890A16-D95C-48D1-8D5A-F39C0C2B1E7F}" dt="2026-02-09T17:54:15.412" v="27" actId="478"/>
          <ac:spMkLst>
            <pc:docMk/>
            <pc:sldMk cId="354950728" sldId="256"/>
            <ac:spMk id="13" creationId="{144A3985-08F6-3F8D-092B-66905F3FC14C}"/>
          </ac:spMkLst>
        </pc:spChg>
        <pc:spChg chg="del">
          <ac:chgData name="Luis Guinea" userId="f040cd607ac8806d" providerId="LiveId" clId="{89890A16-D95C-48D1-8D5A-F39C0C2B1E7F}" dt="2026-02-09T17:54:15.412" v="27" actId="478"/>
          <ac:spMkLst>
            <pc:docMk/>
            <pc:sldMk cId="354950728" sldId="256"/>
            <ac:spMk id="14" creationId="{4EE627B7-9EFA-85C7-402B-B706FEDCE4A5}"/>
          </ac:spMkLst>
        </pc:spChg>
        <pc:spChg chg="del">
          <ac:chgData name="Luis Guinea" userId="f040cd607ac8806d" providerId="LiveId" clId="{89890A16-D95C-48D1-8D5A-F39C0C2B1E7F}" dt="2026-02-09T17:54:15.412" v="27" actId="478"/>
          <ac:spMkLst>
            <pc:docMk/>
            <pc:sldMk cId="354950728" sldId="256"/>
            <ac:spMk id="15" creationId="{79C26D63-29B1-02A7-1D7B-C88C7F8715C2}"/>
          </ac:spMkLst>
        </pc:spChg>
        <pc:spChg chg="mod">
          <ac:chgData name="Luis Guinea" userId="f040cd607ac8806d" providerId="LiveId" clId="{89890A16-D95C-48D1-8D5A-F39C0C2B1E7F}" dt="2026-02-09T18:06:02.411" v="139" actId="6549"/>
          <ac:spMkLst>
            <pc:docMk/>
            <pc:sldMk cId="354950728" sldId="256"/>
            <ac:spMk id="16" creationId="{0F40A5E2-3626-3B9A-0E37-C952E98E629C}"/>
          </ac:spMkLst>
        </pc:spChg>
        <pc:spChg chg="mod ord">
          <ac:chgData name="Luis Guinea" userId="f040cd607ac8806d" providerId="LiveId" clId="{89890A16-D95C-48D1-8D5A-F39C0C2B1E7F}" dt="2026-02-09T18:00:07.030" v="58" actId="1076"/>
          <ac:spMkLst>
            <pc:docMk/>
            <pc:sldMk cId="354950728" sldId="256"/>
            <ac:spMk id="17" creationId="{4C5F79C2-B998-6195-7BA1-C14375A43F52}"/>
          </ac:spMkLst>
        </pc:spChg>
        <pc:spChg chg="del mod">
          <ac:chgData name="Luis Guinea" userId="f040cd607ac8806d" providerId="LiveId" clId="{89890A16-D95C-48D1-8D5A-F39C0C2B1E7F}" dt="2026-02-09T18:00:15.432" v="59" actId="478"/>
          <ac:spMkLst>
            <pc:docMk/>
            <pc:sldMk cId="354950728" sldId="256"/>
            <ac:spMk id="18" creationId="{42AF5B5E-C125-7163-7AE1-40A7941BB337}"/>
          </ac:spMkLst>
        </pc:spChg>
        <pc:spChg chg="del">
          <ac:chgData name="Luis Guinea" userId="f040cd607ac8806d" providerId="LiveId" clId="{89890A16-D95C-48D1-8D5A-F39C0C2B1E7F}" dt="2026-02-09T17:59:07.828" v="49" actId="478"/>
          <ac:spMkLst>
            <pc:docMk/>
            <pc:sldMk cId="354950728" sldId="256"/>
            <ac:spMk id="19" creationId="{94B404DD-7941-B803-69F5-2A3ECD73738D}"/>
          </ac:spMkLst>
        </pc:spChg>
        <pc:spChg chg="add mod">
          <ac:chgData name="Luis Guinea" userId="f040cd607ac8806d" providerId="LiveId" clId="{89890A16-D95C-48D1-8D5A-F39C0C2B1E7F}" dt="2026-02-09T17:53:42.806" v="20" actId="20577"/>
          <ac:spMkLst>
            <pc:docMk/>
            <pc:sldMk cId="354950728" sldId="256"/>
            <ac:spMk id="20" creationId="{2A8EF066-5728-898C-D824-D66410B2E44B}"/>
          </ac:spMkLst>
        </pc:spChg>
        <pc:spChg chg="add mod">
          <ac:chgData name="Luis Guinea" userId="f040cd607ac8806d" providerId="LiveId" clId="{89890A16-D95C-48D1-8D5A-F39C0C2B1E7F}" dt="2026-02-09T17:53:52.631" v="22" actId="20577"/>
          <ac:spMkLst>
            <pc:docMk/>
            <pc:sldMk cId="354950728" sldId="256"/>
            <ac:spMk id="21" creationId="{641567C6-E4FD-CCFD-BDA2-9730FC8DE739}"/>
          </ac:spMkLst>
        </pc:spChg>
        <pc:spChg chg="add mod">
          <ac:chgData name="Luis Guinea" userId="f040cd607ac8806d" providerId="LiveId" clId="{89890A16-D95C-48D1-8D5A-F39C0C2B1E7F}" dt="2026-02-09T17:53:59.581" v="24" actId="20577"/>
          <ac:spMkLst>
            <pc:docMk/>
            <pc:sldMk cId="354950728" sldId="256"/>
            <ac:spMk id="22" creationId="{B0D27986-0CE0-8629-C68F-A217CE203665}"/>
          </ac:spMkLst>
        </pc:spChg>
        <pc:spChg chg="add mod">
          <ac:chgData name="Luis Guinea" userId="f040cd607ac8806d" providerId="LiveId" clId="{89890A16-D95C-48D1-8D5A-F39C0C2B1E7F}" dt="2026-02-09T17:54:05.812" v="26" actId="20577"/>
          <ac:spMkLst>
            <pc:docMk/>
            <pc:sldMk cId="354950728" sldId="256"/>
            <ac:spMk id="23" creationId="{786CBCB3-9980-19B4-D160-E8A4B5ADEE61}"/>
          </ac:spMkLst>
        </pc:spChg>
        <pc:spChg chg="add mod">
          <ac:chgData name="Luis Guinea" userId="f040cd607ac8806d" providerId="LiveId" clId="{89890A16-D95C-48D1-8D5A-F39C0C2B1E7F}" dt="2026-02-09T18:00:49.546" v="69" actId="14100"/>
          <ac:spMkLst>
            <pc:docMk/>
            <pc:sldMk cId="354950728" sldId="256"/>
            <ac:spMk id="24" creationId="{2DC3F350-F533-A724-2F89-BED51284A196}"/>
          </ac:spMkLst>
        </pc:spChg>
        <pc:spChg chg="add mod">
          <ac:chgData name="Luis Guinea" userId="f040cd607ac8806d" providerId="LiveId" clId="{89890A16-D95C-48D1-8D5A-F39C0C2B1E7F}" dt="2026-02-09T18:00:46.126" v="67" actId="14100"/>
          <ac:spMkLst>
            <pc:docMk/>
            <pc:sldMk cId="354950728" sldId="256"/>
            <ac:spMk id="25" creationId="{53E642F9-9BA1-1931-1735-1080550D0821}"/>
          </ac:spMkLst>
        </pc:spChg>
        <pc:spChg chg="add mod">
          <ac:chgData name="Luis Guinea" userId="f040cd607ac8806d" providerId="LiveId" clId="{89890A16-D95C-48D1-8D5A-F39C0C2B1E7F}" dt="2026-02-09T18:00:43.084" v="66" actId="14100"/>
          <ac:spMkLst>
            <pc:docMk/>
            <pc:sldMk cId="354950728" sldId="256"/>
            <ac:spMk id="26" creationId="{60F4C1C7-3946-F4AA-1AD2-B32408F1D316}"/>
          </ac:spMkLst>
        </pc:spChg>
        <pc:spChg chg="add mod">
          <ac:chgData name="Luis Guinea" userId="f040cd607ac8806d" providerId="LiveId" clId="{89890A16-D95C-48D1-8D5A-F39C0C2B1E7F}" dt="2026-02-09T18:32:24.058" v="168" actId="1076"/>
          <ac:spMkLst>
            <pc:docMk/>
            <pc:sldMk cId="354950728" sldId="256"/>
            <ac:spMk id="27" creationId="{F255084F-CD31-665A-141A-AF93A9BB947F}"/>
          </ac:spMkLst>
        </pc:spChg>
        <pc:spChg chg="add del mod">
          <ac:chgData name="Luis Guinea" userId="f040cd607ac8806d" providerId="LiveId" clId="{89890A16-D95C-48D1-8D5A-F39C0C2B1E7F}" dt="2026-02-09T18:06:25.625" v="148" actId="478"/>
          <ac:spMkLst>
            <pc:docMk/>
            <pc:sldMk cId="354950728" sldId="256"/>
            <ac:spMk id="28" creationId="{7E10366C-7398-073F-E600-ECACBCE6046B}"/>
          </ac:spMkLst>
        </pc:spChg>
        <pc:spChg chg="add del mod">
          <ac:chgData name="Luis Guinea" userId="f040cd607ac8806d" providerId="LiveId" clId="{89890A16-D95C-48D1-8D5A-F39C0C2B1E7F}" dt="2026-02-09T18:06:27.107" v="149" actId="478"/>
          <ac:spMkLst>
            <pc:docMk/>
            <pc:sldMk cId="354950728" sldId="256"/>
            <ac:spMk id="29" creationId="{84F1E04F-2B0E-E81C-1723-A8E14E381103}"/>
          </ac:spMkLst>
        </pc:spChg>
        <pc:spChg chg="add mod ord">
          <ac:chgData name="Luis Guinea" userId="f040cd607ac8806d" providerId="LiveId" clId="{89890A16-D95C-48D1-8D5A-F39C0C2B1E7F}" dt="2026-02-09T18:06:55.798" v="157" actId="166"/>
          <ac:spMkLst>
            <pc:docMk/>
            <pc:sldMk cId="354950728" sldId="256"/>
            <ac:spMk id="30" creationId="{0EC0D2FE-327B-9F5B-B1A0-C77AD48CC91A}"/>
          </ac:spMkLst>
        </pc:spChg>
        <pc:spChg chg="add mod">
          <ac:chgData name="Luis Guinea" userId="f040cd607ac8806d" providerId="LiveId" clId="{89890A16-D95C-48D1-8D5A-F39C0C2B1E7F}" dt="2026-02-09T18:32:38.358" v="172" actId="1076"/>
          <ac:spMkLst>
            <pc:docMk/>
            <pc:sldMk cId="354950728" sldId="256"/>
            <ac:spMk id="31" creationId="{5848D5FE-BC8D-379B-7F2E-1991762FCB56}"/>
          </ac:spMkLst>
        </pc:spChg>
        <pc:spChg chg="add mod">
          <ac:chgData name="Luis Guinea" userId="f040cd607ac8806d" providerId="LiveId" clId="{89890A16-D95C-48D1-8D5A-F39C0C2B1E7F}" dt="2026-02-09T18:32:30.361" v="169" actId="1076"/>
          <ac:spMkLst>
            <pc:docMk/>
            <pc:sldMk cId="354950728" sldId="256"/>
            <ac:spMk id="32" creationId="{2A4E3D2E-6E25-E0B0-02D2-73B449ACD9CD}"/>
          </ac:spMkLst>
        </pc:spChg>
        <pc:spChg chg="add mod">
          <ac:chgData name="Luis Guinea" userId="f040cd607ac8806d" providerId="LiveId" clId="{89890A16-D95C-48D1-8D5A-F39C0C2B1E7F}" dt="2026-02-09T18:32:34.937" v="170" actId="1076"/>
          <ac:spMkLst>
            <pc:docMk/>
            <pc:sldMk cId="354950728" sldId="256"/>
            <ac:spMk id="33" creationId="{1BAB22F2-95C2-127B-93D6-534004AE0345}"/>
          </ac:spMkLst>
        </pc:spChg>
        <pc:spChg chg="add mod">
          <ac:chgData name="Luis Guinea" userId="f040cd607ac8806d" providerId="LiveId" clId="{89890A16-D95C-48D1-8D5A-F39C0C2B1E7F}" dt="2026-02-09T18:32:48.637" v="174" actId="1076"/>
          <ac:spMkLst>
            <pc:docMk/>
            <pc:sldMk cId="354950728" sldId="256"/>
            <ac:spMk id="34" creationId="{F93DBF51-7CC5-EA3E-BCD1-93A2FFAE5BF1}"/>
          </ac:spMkLst>
        </pc:spChg>
        <pc:spChg chg="add mod">
          <ac:chgData name="Luis Guinea" userId="f040cd607ac8806d" providerId="LiveId" clId="{89890A16-D95C-48D1-8D5A-F39C0C2B1E7F}" dt="2026-02-09T18:32:44.109" v="173" actId="1076"/>
          <ac:spMkLst>
            <pc:docMk/>
            <pc:sldMk cId="354950728" sldId="256"/>
            <ac:spMk id="35" creationId="{22C51184-A59C-58D3-B003-DFBA3D45936A}"/>
          </ac:spMkLst>
        </pc:spChg>
      </pc:sldChg>
      <pc:sldChg chg="addSp delSp modSp mod">
        <pc:chgData name="Luis Guinea" userId="f040cd607ac8806d" providerId="LiveId" clId="{89890A16-D95C-48D1-8D5A-F39C0C2B1E7F}" dt="2026-02-09T18:02:20.180" v="114" actId="20577"/>
        <pc:sldMkLst>
          <pc:docMk/>
          <pc:sldMk cId="2925095254" sldId="257"/>
        </pc:sldMkLst>
        <pc:spChg chg="del">
          <ac:chgData name="Luis Guinea" userId="f040cd607ac8806d" providerId="LiveId" clId="{89890A16-D95C-48D1-8D5A-F39C0C2B1E7F}" dt="2026-02-09T17:55:29.740" v="34" actId="478"/>
          <ac:spMkLst>
            <pc:docMk/>
            <pc:sldMk cId="2925095254" sldId="257"/>
            <ac:spMk id="4" creationId="{AFA9B160-9DB7-A914-20BD-470BAB0581CA}"/>
          </ac:spMkLst>
        </pc:spChg>
        <pc:spChg chg="del">
          <ac:chgData name="Luis Guinea" userId="f040cd607ac8806d" providerId="LiveId" clId="{89890A16-D95C-48D1-8D5A-F39C0C2B1E7F}" dt="2026-02-09T17:55:53.546" v="35" actId="21"/>
          <ac:spMkLst>
            <pc:docMk/>
            <pc:sldMk cId="2925095254" sldId="257"/>
            <ac:spMk id="6" creationId="{53E642F9-9BA1-1931-1735-1080550D0821}"/>
          </ac:spMkLst>
        </pc:spChg>
        <pc:spChg chg="mod">
          <ac:chgData name="Luis Guinea" userId="f040cd607ac8806d" providerId="LiveId" clId="{89890A16-D95C-48D1-8D5A-F39C0C2B1E7F}" dt="2026-02-09T18:01:51.451" v="91" actId="14100"/>
          <ac:spMkLst>
            <pc:docMk/>
            <pc:sldMk cId="2925095254" sldId="257"/>
            <ac:spMk id="7" creationId="{DF3AE72B-49AB-2566-9929-239D867D2657}"/>
          </ac:spMkLst>
        </pc:spChg>
        <pc:spChg chg="del">
          <ac:chgData name="Luis Guinea" userId="f040cd607ac8806d" providerId="LiveId" clId="{89890A16-D95C-48D1-8D5A-F39C0C2B1E7F}" dt="2026-02-09T17:59:23.492" v="52" actId="478"/>
          <ac:spMkLst>
            <pc:docMk/>
            <pc:sldMk cId="2925095254" sldId="257"/>
            <ac:spMk id="8" creationId="{57BCE6EC-400C-DA67-706B-B3AE76A1C5B3}"/>
          </ac:spMkLst>
        </pc:spChg>
        <pc:spChg chg="add mod">
          <ac:chgData name="Luis Guinea" userId="f040cd607ac8806d" providerId="LiveId" clId="{89890A16-D95C-48D1-8D5A-F39C0C2B1E7F}" dt="2026-02-09T18:01:56.279" v="93" actId="14100"/>
          <ac:spMkLst>
            <pc:docMk/>
            <pc:sldMk cId="2925095254" sldId="257"/>
            <ac:spMk id="9" creationId="{0042C923-A6B9-B729-133C-435E65C0E57A}"/>
          </ac:spMkLst>
        </pc:spChg>
        <pc:spChg chg="add mod">
          <ac:chgData name="Luis Guinea" userId="f040cd607ac8806d" providerId="LiveId" clId="{89890A16-D95C-48D1-8D5A-F39C0C2B1E7F}" dt="2026-02-09T18:02:20.180" v="114" actId="20577"/>
          <ac:spMkLst>
            <pc:docMk/>
            <pc:sldMk cId="2925095254" sldId="257"/>
            <ac:spMk id="10" creationId="{623C5A82-1F0C-814C-0F1E-BC701D71C689}"/>
          </ac:spMkLst>
        </pc:spChg>
        <pc:picChg chg="del mod">
          <ac:chgData name="Luis Guinea" userId="f040cd607ac8806d" providerId="LiveId" clId="{89890A16-D95C-48D1-8D5A-F39C0C2B1E7F}" dt="2026-02-09T18:01:15.033" v="74" actId="478"/>
          <ac:picMkLst>
            <pc:docMk/>
            <pc:sldMk cId="2925095254" sldId="257"/>
            <ac:picMk id="5" creationId="{2432F909-C2C5-77A8-A931-06A158F0FF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1687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24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31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325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495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966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044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5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960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28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071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93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8EEB2CC-64F2-4F81-E513-919C204E31C2}"/>
              </a:ext>
            </a:extLst>
          </p:cNvPr>
          <p:cNvSpPr txBox="1"/>
          <p:nvPr/>
        </p:nvSpPr>
        <p:spPr>
          <a:xfrm>
            <a:off x="622272" y="390177"/>
            <a:ext cx="5613455" cy="11773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sz="2800" dirty="0"/>
              <a:t>Cabecera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F05F26-182D-1997-9DAF-FF661C656A92}"/>
              </a:ext>
            </a:extLst>
          </p:cNvPr>
          <p:cNvSpPr txBox="1"/>
          <p:nvPr/>
        </p:nvSpPr>
        <p:spPr>
          <a:xfrm>
            <a:off x="622272" y="1567543"/>
            <a:ext cx="3214944" cy="6531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MENÚ DE NAVEGACIÓN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69979C-270F-0A43-9526-51AA5FA1B9D1}"/>
              </a:ext>
            </a:extLst>
          </p:cNvPr>
          <p:cNvSpPr txBox="1"/>
          <p:nvPr/>
        </p:nvSpPr>
        <p:spPr>
          <a:xfrm>
            <a:off x="622271" y="2220686"/>
            <a:ext cx="3214944" cy="275952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Imagen “</a:t>
            </a:r>
            <a:r>
              <a:rPr lang="es-ES" dirty="0" err="1"/>
              <a:t>hero</a:t>
            </a:r>
            <a:r>
              <a:rPr lang="es-ES" dirty="0"/>
              <a:t>” verosímil (</a:t>
            </a:r>
            <a:r>
              <a:rPr lang="es-ES" dirty="0" err="1"/>
              <a:t>placeholder</a:t>
            </a:r>
            <a:r>
              <a:rPr lang="es-ES" dirty="0"/>
              <a:t>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463DF1-F97C-2B94-5B89-C1252E634F29}"/>
              </a:ext>
            </a:extLst>
          </p:cNvPr>
          <p:cNvSpPr txBox="1"/>
          <p:nvPr/>
        </p:nvSpPr>
        <p:spPr>
          <a:xfrm>
            <a:off x="3837215" y="1581152"/>
            <a:ext cx="2398512" cy="3399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899B6E-3724-00A4-B7F9-BE698415FBFE}"/>
              </a:ext>
            </a:extLst>
          </p:cNvPr>
          <p:cNvSpPr txBox="1"/>
          <p:nvPr/>
        </p:nvSpPr>
        <p:spPr>
          <a:xfrm>
            <a:off x="3837216" y="2062293"/>
            <a:ext cx="2398512" cy="6313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F40A5E2-3626-3B9A-0E37-C952E98E629C}"/>
              </a:ext>
            </a:extLst>
          </p:cNvPr>
          <p:cNvSpPr txBox="1"/>
          <p:nvPr/>
        </p:nvSpPr>
        <p:spPr>
          <a:xfrm>
            <a:off x="622271" y="4993818"/>
            <a:ext cx="5613454" cy="25663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endParaRPr lang="es-E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A8EF066-5728-898C-D824-D66410B2E44B}"/>
              </a:ext>
            </a:extLst>
          </p:cNvPr>
          <p:cNvSpPr txBox="1"/>
          <p:nvPr/>
        </p:nvSpPr>
        <p:spPr>
          <a:xfrm>
            <a:off x="3857159" y="2571333"/>
            <a:ext cx="2398512" cy="6313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41567C6-E4FD-CCFD-BDA2-9730FC8DE739}"/>
              </a:ext>
            </a:extLst>
          </p:cNvPr>
          <p:cNvSpPr txBox="1"/>
          <p:nvPr/>
        </p:nvSpPr>
        <p:spPr>
          <a:xfrm>
            <a:off x="3857159" y="3101411"/>
            <a:ext cx="2398512" cy="6313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Noticia3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0D27986-0CE0-8629-C68F-A217CE203665}"/>
              </a:ext>
            </a:extLst>
          </p:cNvPr>
          <p:cNvSpPr txBox="1"/>
          <p:nvPr/>
        </p:nvSpPr>
        <p:spPr>
          <a:xfrm>
            <a:off x="3837214" y="3746389"/>
            <a:ext cx="2398512" cy="6313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6CBCB3-9980-19B4-D160-E8A4B5ADEE61}"/>
              </a:ext>
            </a:extLst>
          </p:cNvPr>
          <p:cNvSpPr txBox="1"/>
          <p:nvPr/>
        </p:nvSpPr>
        <p:spPr>
          <a:xfrm>
            <a:off x="3857159" y="4337884"/>
            <a:ext cx="2398512" cy="63137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Noticia5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DC3F350-F533-A724-2F89-BED51284A196}"/>
              </a:ext>
            </a:extLst>
          </p:cNvPr>
          <p:cNvSpPr txBox="1"/>
          <p:nvPr/>
        </p:nvSpPr>
        <p:spPr>
          <a:xfrm>
            <a:off x="642218" y="7573733"/>
            <a:ext cx="5613453" cy="282117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COMERCIOS ASOCIADOS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3E642F9-9BA1-1931-1735-1080550D0821}"/>
              </a:ext>
            </a:extLst>
          </p:cNvPr>
          <p:cNvSpPr txBox="1"/>
          <p:nvPr/>
        </p:nvSpPr>
        <p:spPr>
          <a:xfrm>
            <a:off x="4284472" y="10383954"/>
            <a:ext cx="1971199" cy="16828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EVENTOS Y AGENDA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0F4C1C7-3946-F4AA-1AD2-B32408F1D316}"/>
              </a:ext>
            </a:extLst>
          </p:cNvPr>
          <p:cNvSpPr txBox="1"/>
          <p:nvPr/>
        </p:nvSpPr>
        <p:spPr>
          <a:xfrm>
            <a:off x="702105" y="10383954"/>
            <a:ext cx="3590500" cy="16828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CONTACTO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C5F79C2-B998-6195-7BA1-C14375A43F52}"/>
              </a:ext>
            </a:extLst>
          </p:cNvPr>
          <p:cNvSpPr txBox="1"/>
          <p:nvPr/>
        </p:nvSpPr>
        <p:spPr>
          <a:xfrm>
            <a:off x="732025" y="11480662"/>
            <a:ext cx="1685496" cy="485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s-ES" sz="1400" dirty="0"/>
              <a:t>Oficina de la Asociación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255084F-CD31-665A-141A-AF93A9BB947F}"/>
              </a:ext>
            </a:extLst>
          </p:cNvPr>
          <p:cNvSpPr/>
          <p:nvPr/>
        </p:nvSpPr>
        <p:spPr>
          <a:xfrm>
            <a:off x="831377" y="7842397"/>
            <a:ext cx="1486792" cy="869653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Empresa1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848D5FE-BC8D-379B-7F2E-1991762FCB56}"/>
              </a:ext>
            </a:extLst>
          </p:cNvPr>
          <p:cNvSpPr/>
          <p:nvPr/>
        </p:nvSpPr>
        <p:spPr>
          <a:xfrm>
            <a:off x="831377" y="9194721"/>
            <a:ext cx="1486792" cy="932752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Empresa1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A4E3D2E-6E25-E0B0-02D2-73B449ACD9CD}"/>
              </a:ext>
            </a:extLst>
          </p:cNvPr>
          <p:cNvSpPr/>
          <p:nvPr/>
        </p:nvSpPr>
        <p:spPr>
          <a:xfrm>
            <a:off x="2574249" y="7864168"/>
            <a:ext cx="1486792" cy="869654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BAB22F2-95C2-127B-93D6-534004AE0345}"/>
              </a:ext>
            </a:extLst>
          </p:cNvPr>
          <p:cNvSpPr/>
          <p:nvPr/>
        </p:nvSpPr>
        <p:spPr>
          <a:xfrm>
            <a:off x="4414960" y="7851291"/>
            <a:ext cx="1486792" cy="937381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Empresa1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93DBF51-7CC5-EA3E-BCD1-93A2FFAE5BF1}"/>
              </a:ext>
            </a:extLst>
          </p:cNvPr>
          <p:cNvSpPr/>
          <p:nvPr/>
        </p:nvSpPr>
        <p:spPr>
          <a:xfrm>
            <a:off x="4405098" y="9194721"/>
            <a:ext cx="1486792" cy="945756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Empresa1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EC0D2FE-327B-9F5B-B1A0-C77AD48CC91A}"/>
              </a:ext>
            </a:extLst>
          </p:cNvPr>
          <p:cNvSpPr txBox="1"/>
          <p:nvPr/>
        </p:nvSpPr>
        <p:spPr>
          <a:xfrm>
            <a:off x="2574249" y="6132108"/>
            <a:ext cx="174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QUE HACEMOS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2C51184-A59C-58D3-B003-DFBA3D45936A}"/>
              </a:ext>
            </a:extLst>
          </p:cNvPr>
          <p:cNvSpPr/>
          <p:nvPr/>
        </p:nvSpPr>
        <p:spPr>
          <a:xfrm>
            <a:off x="2507328" y="9187159"/>
            <a:ext cx="1486792" cy="940314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Empresa1</a:t>
            </a:r>
          </a:p>
        </p:txBody>
      </p:sp>
    </p:spTree>
    <p:extLst>
      <p:ext uri="{BB962C8B-B14F-4D97-AF65-F5344CB8AC3E}">
        <p14:creationId xmlns:p14="http://schemas.microsoft.com/office/powerpoint/2010/main" val="3549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3AE72B-49AB-2566-9929-239D867D2657}"/>
              </a:ext>
            </a:extLst>
          </p:cNvPr>
          <p:cNvSpPr txBox="1"/>
          <p:nvPr/>
        </p:nvSpPr>
        <p:spPr>
          <a:xfrm>
            <a:off x="466257" y="1129400"/>
            <a:ext cx="2962744" cy="46291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FORMULARIO DE INSCRIPCION</a:t>
            </a:r>
          </a:p>
          <a:p>
            <a:r>
              <a:rPr lang="es-ES" dirty="0"/>
              <a:t>2 COLUMNAS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042C923-A6B9-B729-133C-435E65C0E57A}"/>
              </a:ext>
            </a:extLst>
          </p:cNvPr>
          <p:cNvSpPr txBox="1"/>
          <p:nvPr/>
        </p:nvSpPr>
        <p:spPr>
          <a:xfrm>
            <a:off x="3559630" y="1129400"/>
            <a:ext cx="2832114" cy="46291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FORMULARIO DE INSCRIPCION</a:t>
            </a:r>
          </a:p>
          <a:p>
            <a:r>
              <a:rPr lang="es-ES" dirty="0"/>
              <a:t>2 COLUMNAS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3C5A82-1F0C-814C-0F1E-BC701D71C689}"/>
              </a:ext>
            </a:extLst>
          </p:cNvPr>
          <p:cNvSpPr txBox="1"/>
          <p:nvPr/>
        </p:nvSpPr>
        <p:spPr>
          <a:xfrm>
            <a:off x="2530929" y="685800"/>
            <a:ext cx="2341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Página Independiente</a:t>
            </a:r>
          </a:p>
        </p:txBody>
      </p:sp>
    </p:spTree>
    <p:extLst>
      <p:ext uri="{BB962C8B-B14F-4D97-AF65-F5344CB8AC3E}">
        <p14:creationId xmlns:p14="http://schemas.microsoft.com/office/powerpoint/2010/main" val="2925095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48</Words>
  <Application>Microsoft Office PowerPoint</Application>
  <PresentationFormat>Panorámica</PresentationFormat>
  <Paragraphs>25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Guinea</dc:creator>
  <cp:lastModifiedBy>Luis Guinea</cp:lastModifiedBy>
  <cp:revision>2</cp:revision>
  <dcterms:created xsi:type="dcterms:W3CDTF">2026-02-09T17:06:59Z</dcterms:created>
  <dcterms:modified xsi:type="dcterms:W3CDTF">2026-02-09T18:32:55Z</dcterms:modified>
</cp:coreProperties>
</file>